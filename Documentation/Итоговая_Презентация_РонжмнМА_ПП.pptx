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281" r:id="rId4"/>
    <p:sldId id="302" r:id="rId5"/>
    <p:sldId id="304" r:id="rId6"/>
    <p:sldId id="316" r:id="rId7"/>
    <p:sldId id="305" r:id="rId8"/>
    <p:sldId id="306" r:id="rId9"/>
    <p:sldId id="317" r:id="rId10"/>
    <p:sldId id="307" r:id="rId11"/>
    <p:sldId id="319" r:id="rId12"/>
    <p:sldId id="320" r:id="rId13"/>
    <p:sldId id="321" r:id="rId14"/>
    <p:sldId id="322" r:id="rId15"/>
    <p:sldId id="323" r:id="rId16"/>
    <p:sldId id="324" r:id="rId17"/>
    <p:sldId id="318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285" r:id="rId26"/>
  </p:sldIdLst>
  <p:sldSz cx="12192000" cy="6858000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414673-6291-E95B-8A48-E9062BF18BBB}">
  <a:tblStyle styleId="{7D414673-6291-E95B-8A48-E9062BF18BBB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8" y="1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203244-73BA-4222-95CF-9890AC2A5B4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1FA8E0F-8CB6-4C3C-A352-44B0D85E3A86}">
      <dgm:prSet phldrT="[Текст]" custT="1"/>
      <dgm:spPr/>
      <dgm:t>
        <a:bodyPr/>
        <a:lstStyle/>
        <a:p>
          <a:r>
            <a:rPr lang="ru-RU" sz="1800" b="1" i="0" dirty="0" smtClean="0">
              <a:latin typeface="Arial" panose="020B0604020202020204" pitchFamily="34" charset="0"/>
              <a:cs typeface="Arial" panose="020B0604020202020204" pitchFamily="34" charset="0"/>
            </a:rPr>
            <a:t>Снижение времени доступа к данным мониторинга</a:t>
          </a:r>
          <a:r>
            <a:rPr lang="ru-RU" sz="1800" b="1" baseline="0" dirty="0" smtClean="0">
              <a:latin typeface="Arial" panose="020B0604020202020204" pitchFamily="34" charset="0"/>
              <a:cs typeface="Arial" panose="020B0604020202020204" pitchFamily="34" charset="0"/>
            </a:rPr>
            <a:t>;</a:t>
          </a:r>
          <a:endParaRPr lang="ru-RU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23037B-BAB1-48ED-BC32-EB5EEFF3E778}" type="parTrans" cxnId="{949172AC-63E3-414E-A4C5-667850ABC393}">
      <dgm:prSet/>
      <dgm:spPr/>
      <dgm:t>
        <a:bodyPr/>
        <a:lstStyle/>
        <a:p>
          <a:endParaRPr lang="ru-RU"/>
        </a:p>
      </dgm:t>
    </dgm:pt>
    <dgm:pt modelId="{27565BC0-06A6-4B06-B2BC-2DBC84DD7B7E}" type="sibTrans" cxnId="{949172AC-63E3-414E-A4C5-667850ABC393}">
      <dgm:prSet/>
      <dgm:spPr/>
      <dgm:t>
        <a:bodyPr/>
        <a:lstStyle/>
        <a:p>
          <a:endParaRPr lang="ru-RU"/>
        </a:p>
      </dgm:t>
    </dgm:pt>
    <dgm:pt modelId="{497AC7BE-D44A-482B-8F35-9DABA58CB0BF}">
      <dgm:prSet phldrT="[Текст]" custT="1"/>
      <dgm:spPr/>
      <dgm:t>
        <a:bodyPr/>
        <a:lstStyle/>
        <a:p>
          <a:r>
            <a:rPr lang="ru-RU" sz="1800" b="1" i="0" dirty="0" smtClean="0">
              <a:latin typeface="Arial" panose="020B0604020202020204" pitchFamily="34" charset="0"/>
              <a:cs typeface="Arial" panose="020B0604020202020204" pitchFamily="34" charset="0"/>
            </a:rPr>
            <a:t>Автоматизация рутинных операций при мониторинге</a:t>
          </a:r>
          <a:r>
            <a:rPr lang="en-US" sz="1800" b="1" i="0" dirty="0" smtClean="0">
              <a:latin typeface="Arial" panose="020B0604020202020204" pitchFamily="34" charset="0"/>
              <a:cs typeface="Arial" panose="020B0604020202020204" pitchFamily="34" charset="0"/>
            </a:rPr>
            <a:t>;</a:t>
          </a:r>
          <a:endParaRPr lang="ru-RU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3BE9E1-3E6A-484C-84B0-0C2C0E45839A}" type="parTrans" cxnId="{6FB7B004-F0DD-4585-B8E9-8C5163F6192D}">
      <dgm:prSet/>
      <dgm:spPr/>
      <dgm:t>
        <a:bodyPr/>
        <a:lstStyle/>
        <a:p>
          <a:endParaRPr lang="ru-RU"/>
        </a:p>
      </dgm:t>
    </dgm:pt>
    <dgm:pt modelId="{34A66EB3-ED20-4143-A433-2B36DCE61C41}" type="sibTrans" cxnId="{6FB7B004-F0DD-4585-B8E9-8C5163F6192D}">
      <dgm:prSet/>
      <dgm:spPr/>
      <dgm:t>
        <a:bodyPr/>
        <a:lstStyle/>
        <a:p>
          <a:endParaRPr lang="ru-RU"/>
        </a:p>
      </dgm:t>
    </dgm:pt>
    <dgm:pt modelId="{F80DCC00-1227-4415-8514-3990C2919A4D}">
      <dgm:prSet phldrT="[Текст]" custT="1"/>
      <dgm:spPr/>
      <dgm:t>
        <a:bodyPr/>
        <a:lstStyle/>
        <a:p>
          <a:r>
            <a:rPr lang="ru-RU" sz="1800" b="1" i="0" dirty="0" smtClean="0">
              <a:latin typeface="Arial" panose="020B0604020202020204" pitchFamily="34" charset="0"/>
              <a:cs typeface="Arial" panose="020B0604020202020204" pitchFamily="34" charset="0"/>
            </a:rPr>
            <a:t>Упрощение формирования отчетов и экспорта данных</a:t>
          </a:r>
          <a:r>
            <a:rPr lang="ru-RU" sz="1800" b="1" dirty="0" smtClean="0">
              <a:latin typeface="Arial" panose="020B0604020202020204" pitchFamily="34" charset="0"/>
              <a:cs typeface="Arial" panose="020B0604020202020204" pitchFamily="34" charset="0"/>
            </a:rPr>
            <a:t>;</a:t>
          </a:r>
          <a:endParaRPr lang="ru-RU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BA236E-6F2D-4F1C-B7CF-636F1BEAA041}" type="parTrans" cxnId="{2C4D33A3-DE16-4C11-8FD0-068B9261BE96}">
      <dgm:prSet/>
      <dgm:spPr/>
      <dgm:t>
        <a:bodyPr/>
        <a:lstStyle/>
        <a:p>
          <a:endParaRPr lang="ru-RU"/>
        </a:p>
      </dgm:t>
    </dgm:pt>
    <dgm:pt modelId="{FCF220FE-B303-45B7-A1AD-198BD6EB7C2F}" type="sibTrans" cxnId="{2C4D33A3-DE16-4C11-8FD0-068B9261BE96}">
      <dgm:prSet/>
      <dgm:spPr/>
      <dgm:t>
        <a:bodyPr/>
        <a:lstStyle/>
        <a:p>
          <a:endParaRPr lang="ru-RU"/>
        </a:p>
      </dgm:t>
    </dgm:pt>
    <dgm:pt modelId="{A3593E91-9C23-43E8-914F-FC9B4103BDF5}">
      <dgm:prSet phldrT="[Текст]" custT="1"/>
      <dgm:spPr/>
      <dgm:t>
        <a:bodyPr/>
        <a:lstStyle/>
        <a:p>
          <a:r>
            <a:rPr lang="ru-RU" sz="1800" b="1" i="0" dirty="0" smtClean="0">
              <a:latin typeface="Arial" panose="020B0604020202020204" pitchFamily="34" charset="0"/>
              <a:cs typeface="Arial" panose="020B0604020202020204" pitchFamily="34" charset="0"/>
            </a:rPr>
            <a:t>Повышение удобства работы инженеров по мониторингу</a:t>
          </a:r>
          <a:r>
            <a:rPr lang="ru-RU" sz="1800" b="1" dirty="0" smtClean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ru-RU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DFB954-BF39-4BD5-BB1A-6B583234ECA8}" type="parTrans" cxnId="{CDDA91D7-C978-475D-BA36-DA6D2AA1EC62}">
      <dgm:prSet/>
      <dgm:spPr/>
      <dgm:t>
        <a:bodyPr/>
        <a:lstStyle/>
        <a:p>
          <a:endParaRPr lang="ru-RU"/>
        </a:p>
      </dgm:t>
    </dgm:pt>
    <dgm:pt modelId="{66E4B57A-3312-4575-A7C9-0B4E2DD8A9A8}" type="sibTrans" cxnId="{CDDA91D7-C978-475D-BA36-DA6D2AA1EC62}">
      <dgm:prSet/>
      <dgm:spPr/>
      <dgm:t>
        <a:bodyPr/>
        <a:lstStyle/>
        <a:p>
          <a:endParaRPr lang="ru-RU"/>
        </a:p>
      </dgm:t>
    </dgm:pt>
    <dgm:pt modelId="{657F45BA-D3BE-4E80-92BE-8989AF9D9EB4}" type="pres">
      <dgm:prSet presAssocID="{3F203244-73BA-4222-95CF-9890AC2A5B4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1007BD3-A861-45E3-9F3F-736E638B663B}" type="pres">
      <dgm:prSet presAssocID="{41FA8E0F-8CB6-4C3C-A352-44B0D85E3A86}" presName="parentLin" presStyleCnt="0"/>
      <dgm:spPr/>
    </dgm:pt>
    <dgm:pt modelId="{D8BAF519-B2F3-416D-86DD-CFD0D89775E8}" type="pres">
      <dgm:prSet presAssocID="{41FA8E0F-8CB6-4C3C-A352-44B0D85E3A86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99CF1FDB-37CF-4B0C-8044-39CB5D801648}" type="pres">
      <dgm:prSet presAssocID="{41FA8E0F-8CB6-4C3C-A352-44B0D85E3A86}" presName="parentText" presStyleLbl="node1" presStyleIdx="0" presStyleCnt="4" custScaleX="102755" custScaleY="8259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DFF3F1C-6D81-43E6-AAFD-D15A469DA5F9}" type="pres">
      <dgm:prSet presAssocID="{41FA8E0F-8CB6-4C3C-A352-44B0D85E3A86}" presName="negativeSpace" presStyleCnt="0"/>
      <dgm:spPr/>
    </dgm:pt>
    <dgm:pt modelId="{04CD625F-EEA4-4F55-BBFC-48227F41460B}" type="pres">
      <dgm:prSet presAssocID="{41FA8E0F-8CB6-4C3C-A352-44B0D85E3A86}" presName="childText" presStyleLbl="conFgAcc1" presStyleIdx="0" presStyleCnt="4">
        <dgm:presLayoutVars>
          <dgm:bulletEnabled val="1"/>
        </dgm:presLayoutVars>
      </dgm:prSet>
      <dgm:spPr/>
    </dgm:pt>
    <dgm:pt modelId="{EE48DDCF-D369-4DA0-96A6-4EBA7A0BECFE}" type="pres">
      <dgm:prSet presAssocID="{27565BC0-06A6-4B06-B2BC-2DBC84DD7B7E}" presName="spaceBetweenRectangles" presStyleCnt="0"/>
      <dgm:spPr/>
    </dgm:pt>
    <dgm:pt modelId="{9E3D5F6F-F963-4EE4-B29B-E27E8DA6FF36}" type="pres">
      <dgm:prSet presAssocID="{497AC7BE-D44A-482B-8F35-9DABA58CB0BF}" presName="parentLin" presStyleCnt="0"/>
      <dgm:spPr/>
    </dgm:pt>
    <dgm:pt modelId="{182E694F-1911-406C-B83E-D559F7402F1E}" type="pres">
      <dgm:prSet presAssocID="{497AC7BE-D44A-482B-8F35-9DABA58CB0BF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0C1DDB10-0C94-4B48-9480-01D66BB4CE92}" type="pres">
      <dgm:prSet presAssocID="{497AC7BE-D44A-482B-8F35-9DABA58CB0BF}" presName="parentText" presStyleLbl="node1" presStyleIdx="1" presStyleCnt="4" custScaleX="102755" custScaleY="8659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1A4ADB-AA91-4DCD-B786-B23F34A86238}" type="pres">
      <dgm:prSet presAssocID="{497AC7BE-D44A-482B-8F35-9DABA58CB0BF}" presName="negativeSpace" presStyleCnt="0"/>
      <dgm:spPr/>
    </dgm:pt>
    <dgm:pt modelId="{BF3B7DD1-B91D-4D40-AE6D-97A7AD38D39C}" type="pres">
      <dgm:prSet presAssocID="{497AC7BE-D44A-482B-8F35-9DABA58CB0BF}" presName="childText" presStyleLbl="conFgAcc1" presStyleIdx="1" presStyleCnt="4">
        <dgm:presLayoutVars>
          <dgm:bulletEnabled val="1"/>
        </dgm:presLayoutVars>
      </dgm:prSet>
      <dgm:spPr/>
    </dgm:pt>
    <dgm:pt modelId="{FDAE89EF-AEBE-4587-A4CA-55D67A26B0DC}" type="pres">
      <dgm:prSet presAssocID="{34A66EB3-ED20-4143-A433-2B36DCE61C41}" presName="spaceBetweenRectangles" presStyleCnt="0"/>
      <dgm:spPr/>
    </dgm:pt>
    <dgm:pt modelId="{434D913C-F56C-46F4-98AB-C268B1088CBA}" type="pres">
      <dgm:prSet presAssocID="{F80DCC00-1227-4415-8514-3990C2919A4D}" presName="parentLin" presStyleCnt="0"/>
      <dgm:spPr/>
    </dgm:pt>
    <dgm:pt modelId="{92210C6F-8CAE-440F-BC08-8C970CCBE95B}" type="pres">
      <dgm:prSet presAssocID="{F80DCC00-1227-4415-8514-3990C2919A4D}" presName="parentLeftMargin" presStyleLbl="node1" presStyleIdx="1" presStyleCnt="4"/>
      <dgm:spPr/>
      <dgm:t>
        <a:bodyPr/>
        <a:lstStyle/>
        <a:p>
          <a:endParaRPr lang="ru-RU"/>
        </a:p>
      </dgm:t>
    </dgm:pt>
    <dgm:pt modelId="{A6BC80A3-1A77-4531-9118-858A2CA36530}" type="pres">
      <dgm:prSet presAssocID="{F80DCC00-1227-4415-8514-3990C2919A4D}" presName="parentText" presStyleLbl="node1" presStyleIdx="2" presStyleCnt="4" custScaleX="102755" custScaleY="8156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65BA5B-15DD-447D-8560-EC9265C4E1DB}" type="pres">
      <dgm:prSet presAssocID="{F80DCC00-1227-4415-8514-3990C2919A4D}" presName="negativeSpace" presStyleCnt="0"/>
      <dgm:spPr/>
    </dgm:pt>
    <dgm:pt modelId="{C5465445-05F9-4E6A-A89F-06DE0D2ED326}" type="pres">
      <dgm:prSet presAssocID="{F80DCC00-1227-4415-8514-3990C2919A4D}" presName="childText" presStyleLbl="conFgAcc1" presStyleIdx="2" presStyleCnt="4">
        <dgm:presLayoutVars>
          <dgm:bulletEnabled val="1"/>
        </dgm:presLayoutVars>
      </dgm:prSet>
      <dgm:spPr/>
    </dgm:pt>
    <dgm:pt modelId="{FAFCF9D8-73EB-4A3E-96B5-2521DCA34573}" type="pres">
      <dgm:prSet presAssocID="{FCF220FE-B303-45B7-A1AD-198BD6EB7C2F}" presName="spaceBetweenRectangles" presStyleCnt="0"/>
      <dgm:spPr/>
    </dgm:pt>
    <dgm:pt modelId="{1A157B78-6E5F-4400-86F9-BD22CB256AC7}" type="pres">
      <dgm:prSet presAssocID="{A3593E91-9C23-43E8-914F-FC9B4103BDF5}" presName="parentLin" presStyleCnt="0"/>
      <dgm:spPr/>
    </dgm:pt>
    <dgm:pt modelId="{BC9FB396-8B5B-4193-8D1D-8BF93716A08D}" type="pres">
      <dgm:prSet presAssocID="{A3593E91-9C23-43E8-914F-FC9B4103BDF5}" presName="parentLeftMargin" presStyleLbl="node1" presStyleIdx="2" presStyleCnt="4"/>
      <dgm:spPr/>
      <dgm:t>
        <a:bodyPr/>
        <a:lstStyle/>
        <a:p>
          <a:endParaRPr lang="ru-RU"/>
        </a:p>
      </dgm:t>
    </dgm:pt>
    <dgm:pt modelId="{0BD92336-EC31-46D1-B28C-F1D6C54D80EC}" type="pres">
      <dgm:prSet presAssocID="{A3593E91-9C23-43E8-914F-FC9B4103BDF5}" presName="parentText" presStyleLbl="node1" presStyleIdx="3" presStyleCnt="4" custScaleX="103028" custScaleY="8034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3F638BD-CB99-42FC-B0F3-9FF405B9CB4F}" type="pres">
      <dgm:prSet presAssocID="{A3593E91-9C23-43E8-914F-FC9B4103BDF5}" presName="negativeSpace" presStyleCnt="0"/>
      <dgm:spPr/>
    </dgm:pt>
    <dgm:pt modelId="{DCC5A2CA-2E5D-4401-8486-24690B8B7A3D}" type="pres">
      <dgm:prSet presAssocID="{A3593E91-9C23-43E8-914F-FC9B4103BDF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2B1EB28-12B6-4599-BE71-26B75567D0B3}" type="presOf" srcId="{41FA8E0F-8CB6-4C3C-A352-44B0D85E3A86}" destId="{99CF1FDB-37CF-4B0C-8044-39CB5D801648}" srcOrd="1" destOrd="0" presId="urn:microsoft.com/office/officeart/2005/8/layout/list1"/>
    <dgm:cxn modelId="{5794798F-7657-4F51-8B83-09338468E6D3}" type="presOf" srcId="{A3593E91-9C23-43E8-914F-FC9B4103BDF5}" destId="{BC9FB396-8B5B-4193-8D1D-8BF93716A08D}" srcOrd="0" destOrd="0" presId="urn:microsoft.com/office/officeart/2005/8/layout/list1"/>
    <dgm:cxn modelId="{6FB7B004-F0DD-4585-B8E9-8C5163F6192D}" srcId="{3F203244-73BA-4222-95CF-9890AC2A5B43}" destId="{497AC7BE-D44A-482B-8F35-9DABA58CB0BF}" srcOrd="1" destOrd="0" parTransId="{DB3BE9E1-3E6A-484C-84B0-0C2C0E45839A}" sibTransId="{34A66EB3-ED20-4143-A433-2B36DCE61C41}"/>
    <dgm:cxn modelId="{BFDBB14B-3FA2-44E5-984F-402782F11179}" type="presOf" srcId="{F80DCC00-1227-4415-8514-3990C2919A4D}" destId="{A6BC80A3-1A77-4531-9118-858A2CA36530}" srcOrd="1" destOrd="0" presId="urn:microsoft.com/office/officeart/2005/8/layout/list1"/>
    <dgm:cxn modelId="{2C4D33A3-DE16-4C11-8FD0-068B9261BE96}" srcId="{3F203244-73BA-4222-95CF-9890AC2A5B43}" destId="{F80DCC00-1227-4415-8514-3990C2919A4D}" srcOrd="2" destOrd="0" parTransId="{02BA236E-6F2D-4F1C-B7CF-636F1BEAA041}" sibTransId="{FCF220FE-B303-45B7-A1AD-198BD6EB7C2F}"/>
    <dgm:cxn modelId="{CDDA91D7-C978-475D-BA36-DA6D2AA1EC62}" srcId="{3F203244-73BA-4222-95CF-9890AC2A5B43}" destId="{A3593E91-9C23-43E8-914F-FC9B4103BDF5}" srcOrd="3" destOrd="0" parTransId="{69DFB954-BF39-4BD5-BB1A-6B583234ECA8}" sibTransId="{66E4B57A-3312-4575-A7C9-0B4E2DD8A9A8}"/>
    <dgm:cxn modelId="{4A64BA43-3CA7-42B3-A572-8A1D8BC8A17A}" type="presOf" srcId="{3F203244-73BA-4222-95CF-9890AC2A5B43}" destId="{657F45BA-D3BE-4E80-92BE-8989AF9D9EB4}" srcOrd="0" destOrd="0" presId="urn:microsoft.com/office/officeart/2005/8/layout/list1"/>
    <dgm:cxn modelId="{949172AC-63E3-414E-A4C5-667850ABC393}" srcId="{3F203244-73BA-4222-95CF-9890AC2A5B43}" destId="{41FA8E0F-8CB6-4C3C-A352-44B0D85E3A86}" srcOrd="0" destOrd="0" parTransId="{BE23037B-BAB1-48ED-BC32-EB5EEFF3E778}" sibTransId="{27565BC0-06A6-4B06-B2BC-2DBC84DD7B7E}"/>
    <dgm:cxn modelId="{B90443CF-F35F-43BC-9183-170EEB9C8EE4}" type="presOf" srcId="{497AC7BE-D44A-482B-8F35-9DABA58CB0BF}" destId="{182E694F-1911-406C-B83E-D559F7402F1E}" srcOrd="0" destOrd="0" presId="urn:microsoft.com/office/officeart/2005/8/layout/list1"/>
    <dgm:cxn modelId="{F21713EB-1902-4D41-812E-20CC316CC46F}" type="presOf" srcId="{41FA8E0F-8CB6-4C3C-A352-44B0D85E3A86}" destId="{D8BAF519-B2F3-416D-86DD-CFD0D89775E8}" srcOrd="0" destOrd="0" presId="urn:microsoft.com/office/officeart/2005/8/layout/list1"/>
    <dgm:cxn modelId="{622AB13B-C92C-4D3F-9160-F6BE14776B51}" type="presOf" srcId="{497AC7BE-D44A-482B-8F35-9DABA58CB0BF}" destId="{0C1DDB10-0C94-4B48-9480-01D66BB4CE92}" srcOrd="1" destOrd="0" presId="urn:microsoft.com/office/officeart/2005/8/layout/list1"/>
    <dgm:cxn modelId="{E2EA7ED6-8EAA-4F5C-B847-0168B58500B0}" type="presOf" srcId="{F80DCC00-1227-4415-8514-3990C2919A4D}" destId="{92210C6F-8CAE-440F-BC08-8C970CCBE95B}" srcOrd="0" destOrd="0" presId="urn:microsoft.com/office/officeart/2005/8/layout/list1"/>
    <dgm:cxn modelId="{DEBB6BFA-842F-4E57-955A-092D62F1BC64}" type="presOf" srcId="{A3593E91-9C23-43E8-914F-FC9B4103BDF5}" destId="{0BD92336-EC31-46D1-B28C-F1D6C54D80EC}" srcOrd="1" destOrd="0" presId="urn:microsoft.com/office/officeart/2005/8/layout/list1"/>
    <dgm:cxn modelId="{26FBC745-04E1-439A-BCC2-E982F5947DDA}" type="presParOf" srcId="{657F45BA-D3BE-4E80-92BE-8989AF9D9EB4}" destId="{11007BD3-A861-45E3-9F3F-736E638B663B}" srcOrd="0" destOrd="0" presId="urn:microsoft.com/office/officeart/2005/8/layout/list1"/>
    <dgm:cxn modelId="{37382BA3-6E1A-4363-9AE6-17B7AD1A214B}" type="presParOf" srcId="{11007BD3-A861-45E3-9F3F-736E638B663B}" destId="{D8BAF519-B2F3-416D-86DD-CFD0D89775E8}" srcOrd="0" destOrd="0" presId="urn:microsoft.com/office/officeart/2005/8/layout/list1"/>
    <dgm:cxn modelId="{52944233-9829-4F04-AF22-E78F7EB3FABA}" type="presParOf" srcId="{11007BD3-A861-45E3-9F3F-736E638B663B}" destId="{99CF1FDB-37CF-4B0C-8044-39CB5D801648}" srcOrd="1" destOrd="0" presId="urn:microsoft.com/office/officeart/2005/8/layout/list1"/>
    <dgm:cxn modelId="{D781D26C-1C58-44FF-8C1C-EBE07C98333B}" type="presParOf" srcId="{657F45BA-D3BE-4E80-92BE-8989AF9D9EB4}" destId="{0DFF3F1C-6D81-43E6-AAFD-D15A469DA5F9}" srcOrd="1" destOrd="0" presId="urn:microsoft.com/office/officeart/2005/8/layout/list1"/>
    <dgm:cxn modelId="{BCFACC2C-11D0-4396-A61E-D40D71C336E0}" type="presParOf" srcId="{657F45BA-D3BE-4E80-92BE-8989AF9D9EB4}" destId="{04CD625F-EEA4-4F55-BBFC-48227F41460B}" srcOrd="2" destOrd="0" presId="urn:microsoft.com/office/officeart/2005/8/layout/list1"/>
    <dgm:cxn modelId="{63D9D0C9-942F-4763-8B46-C32B26145523}" type="presParOf" srcId="{657F45BA-D3BE-4E80-92BE-8989AF9D9EB4}" destId="{EE48DDCF-D369-4DA0-96A6-4EBA7A0BECFE}" srcOrd="3" destOrd="0" presId="urn:microsoft.com/office/officeart/2005/8/layout/list1"/>
    <dgm:cxn modelId="{FC424119-2FAD-4CCB-9343-99EFD4FD9128}" type="presParOf" srcId="{657F45BA-D3BE-4E80-92BE-8989AF9D9EB4}" destId="{9E3D5F6F-F963-4EE4-B29B-E27E8DA6FF36}" srcOrd="4" destOrd="0" presId="urn:microsoft.com/office/officeart/2005/8/layout/list1"/>
    <dgm:cxn modelId="{5E4C0C6E-0877-4850-9B31-87222103EEAF}" type="presParOf" srcId="{9E3D5F6F-F963-4EE4-B29B-E27E8DA6FF36}" destId="{182E694F-1911-406C-B83E-D559F7402F1E}" srcOrd="0" destOrd="0" presId="urn:microsoft.com/office/officeart/2005/8/layout/list1"/>
    <dgm:cxn modelId="{226FEA4F-1F02-45E4-8C71-62D077C0A522}" type="presParOf" srcId="{9E3D5F6F-F963-4EE4-B29B-E27E8DA6FF36}" destId="{0C1DDB10-0C94-4B48-9480-01D66BB4CE92}" srcOrd="1" destOrd="0" presId="urn:microsoft.com/office/officeart/2005/8/layout/list1"/>
    <dgm:cxn modelId="{E61A2310-EE2B-4633-B34D-EB115781B009}" type="presParOf" srcId="{657F45BA-D3BE-4E80-92BE-8989AF9D9EB4}" destId="{A81A4ADB-AA91-4DCD-B786-B23F34A86238}" srcOrd="5" destOrd="0" presId="urn:microsoft.com/office/officeart/2005/8/layout/list1"/>
    <dgm:cxn modelId="{6C4934E7-1CAA-4DD9-B456-321BD3996EF5}" type="presParOf" srcId="{657F45BA-D3BE-4E80-92BE-8989AF9D9EB4}" destId="{BF3B7DD1-B91D-4D40-AE6D-97A7AD38D39C}" srcOrd="6" destOrd="0" presId="urn:microsoft.com/office/officeart/2005/8/layout/list1"/>
    <dgm:cxn modelId="{7EE1B73F-B2D1-4CF1-A9BD-43EB8A44E702}" type="presParOf" srcId="{657F45BA-D3BE-4E80-92BE-8989AF9D9EB4}" destId="{FDAE89EF-AEBE-4587-A4CA-55D67A26B0DC}" srcOrd="7" destOrd="0" presId="urn:microsoft.com/office/officeart/2005/8/layout/list1"/>
    <dgm:cxn modelId="{F1ED15F8-BB3E-4262-8C21-4721ABC38174}" type="presParOf" srcId="{657F45BA-D3BE-4E80-92BE-8989AF9D9EB4}" destId="{434D913C-F56C-46F4-98AB-C268B1088CBA}" srcOrd="8" destOrd="0" presId="urn:microsoft.com/office/officeart/2005/8/layout/list1"/>
    <dgm:cxn modelId="{BBB6D577-B950-4631-8AC8-0150BA44BF8D}" type="presParOf" srcId="{434D913C-F56C-46F4-98AB-C268B1088CBA}" destId="{92210C6F-8CAE-440F-BC08-8C970CCBE95B}" srcOrd="0" destOrd="0" presId="urn:microsoft.com/office/officeart/2005/8/layout/list1"/>
    <dgm:cxn modelId="{B8412E00-B212-4D1A-863F-D716CEA7E05E}" type="presParOf" srcId="{434D913C-F56C-46F4-98AB-C268B1088CBA}" destId="{A6BC80A3-1A77-4531-9118-858A2CA36530}" srcOrd="1" destOrd="0" presId="urn:microsoft.com/office/officeart/2005/8/layout/list1"/>
    <dgm:cxn modelId="{7C549C05-75E8-4CDC-AE82-DCB7A048E192}" type="presParOf" srcId="{657F45BA-D3BE-4E80-92BE-8989AF9D9EB4}" destId="{C665BA5B-15DD-447D-8560-EC9265C4E1DB}" srcOrd="9" destOrd="0" presId="urn:microsoft.com/office/officeart/2005/8/layout/list1"/>
    <dgm:cxn modelId="{47962B57-DC20-4EB2-A299-C0BF416B9FAD}" type="presParOf" srcId="{657F45BA-D3BE-4E80-92BE-8989AF9D9EB4}" destId="{C5465445-05F9-4E6A-A89F-06DE0D2ED326}" srcOrd="10" destOrd="0" presId="urn:microsoft.com/office/officeart/2005/8/layout/list1"/>
    <dgm:cxn modelId="{3DB72E25-A0DD-4F2E-8D33-D90BA2FE3CA4}" type="presParOf" srcId="{657F45BA-D3BE-4E80-92BE-8989AF9D9EB4}" destId="{FAFCF9D8-73EB-4A3E-96B5-2521DCA34573}" srcOrd="11" destOrd="0" presId="urn:microsoft.com/office/officeart/2005/8/layout/list1"/>
    <dgm:cxn modelId="{E783C369-57F5-4BE9-BAD0-EA2A9F73037E}" type="presParOf" srcId="{657F45BA-D3BE-4E80-92BE-8989AF9D9EB4}" destId="{1A157B78-6E5F-4400-86F9-BD22CB256AC7}" srcOrd="12" destOrd="0" presId="urn:microsoft.com/office/officeart/2005/8/layout/list1"/>
    <dgm:cxn modelId="{92468CE3-B70D-437C-9897-0A4056E55C47}" type="presParOf" srcId="{1A157B78-6E5F-4400-86F9-BD22CB256AC7}" destId="{BC9FB396-8B5B-4193-8D1D-8BF93716A08D}" srcOrd="0" destOrd="0" presId="urn:microsoft.com/office/officeart/2005/8/layout/list1"/>
    <dgm:cxn modelId="{51736AE0-7BE8-4856-9DB5-BDA418007F0B}" type="presParOf" srcId="{1A157B78-6E5F-4400-86F9-BD22CB256AC7}" destId="{0BD92336-EC31-46D1-B28C-F1D6C54D80EC}" srcOrd="1" destOrd="0" presId="urn:microsoft.com/office/officeart/2005/8/layout/list1"/>
    <dgm:cxn modelId="{F54538E5-CBFE-4363-89A3-A059668E5EB8}" type="presParOf" srcId="{657F45BA-D3BE-4E80-92BE-8989AF9D9EB4}" destId="{53F638BD-CB99-42FC-B0F3-9FF405B9CB4F}" srcOrd="13" destOrd="0" presId="urn:microsoft.com/office/officeart/2005/8/layout/list1"/>
    <dgm:cxn modelId="{6FFCB505-4470-4AC5-B6BA-439BEE4CECB5}" type="presParOf" srcId="{657F45BA-D3BE-4E80-92BE-8989AF9D9EB4}" destId="{DCC5A2CA-2E5D-4401-8486-24690B8B7A3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C40535-AFAD-46D4-83C2-DDFA73C6ADA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7FA1123-4AE8-40FC-8E95-586480AF1113}">
      <dgm:prSet phldrT="[Текст]"/>
      <dgm:spPr/>
      <dgm:t>
        <a:bodyPr/>
        <a:lstStyle/>
        <a:p>
          <a:r>
            <a:rPr lang="ru-RU" b="1" i="0" dirty="0" smtClean="0">
              <a:latin typeface="Arial" panose="020B0604020202020204" pitchFamily="34" charset="0"/>
              <a:cs typeface="Arial" panose="020B0604020202020204" pitchFamily="34" charset="0"/>
            </a:rPr>
            <a:t>Решены задачи автоматизации мониторинга.</a:t>
          </a:r>
          <a:endParaRPr lang="ru-RU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AE5A38-30A8-4490-834E-21A301A5EF8D}" type="parTrans" cxnId="{1BD74CD4-6BBB-4363-9ED4-2F5AEC831E5A}">
      <dgm:prSet/>
      <dgm:spPr/>
      <dgm:t>
        <a:bodyPr/>
        <a:lstStyle/>
        <a:p>
          <a:endParaRPr lang="ru-RU"/>
        </a:p>
      </dgm:t>
    </dgm:pt>
    <dgm:pt modelId="{628F7A55-BF93-4F7F-8141-1E0BFBB558D7}" type="sibTrans" cxnId="{1BD74CD4-6BBB-4363-9ED4-2F5AEC831E5A}">
      <dgm:prSet/>
      <dgm:spPr/>
      <dgm:t>
        <a:bodyPr/>
        <a:lstStyle/>
        <a:p>
          <a:endParaRPr lang="ru-RU"/>
        </a:p>
      </dgm:t>
    </dgm:pt>
    <dgm:pt modelId="{DDE2801E-E3EF-4FF6-A922-10CCB7285E72}">
      <dgm:prSet phldrT="[Текст]"/>
      <dgm:spPr/>
      <dgm:t>
        <a:bodyPr/>
        <a:lstStyle/>
        <a:p>
          <a:r>
            <a:rPr lang="ru-RU" b="1" i="0" dirty="0" smtClean="0">
              <a:latin typeface="Arial" panose="020B0604020202020204" pitchFamily="34" charset="0"/>
              <a:cs typeface="Arial" panose="020B0604020202020204" pitchFamily="34" charset="0"/>
            </a:rPr>
            <a:t>Разработано </a:t>
          </a:r>
          <a:r>
            <a:rPr lang="ru-RU" b="1" i="0" dirty="0" err="1" smtClean="0">
              <a:latin typeface="Arial" panose="020B0604020202020204" pitchFamily="34" charset="0"/>
              <a:cs typeface="Arial" panose="020B0604020202020204" pitchFamily="34" charset="0"/>
            </a:rPr>
            <a:t>десктопное</a:t>
          </a:r>
          <a:r>
            <a:rPr lang="ru-RU" b="1" i="0" dirty="0" smtClean="0">
              <a:latin typeface="Arial" panose="020B0604020202020204" pitchFamily="34" charset="0"/>
              <a:cs typeface="Arial" panose="020B0604020202020204" pitchFamily="34" charset="0"/>
            </a:rPr>
            <a:t> приложение «</a:t>
          </a:r>
          <a:r>
            <a:rPr lang="ru-RU" b="1" i="0" dirty="0" err="1" smtClean="0">
              <a:latin typeface="Arial" panose="020B0604020202020204" pitchFamily="34" charset="0"/>
              <a:cs typeface="Arial" panose="020B0604020202020204" pitchFamily="34" charset="0"/>
            </a:rPr>
            <a:t>Zabbix</a:t>
          </a:r>
          <a:r>
            <a:rPr lang="ru-RU" b="1" i="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ru-RU" b="1" i="0" dirty="0" err="1" smtClean="0">
              <a:latin typeface="Arial" panose="020B0604020202020204" pitchFamily="34" charset="0"/>
              <a:cs typeface="Arial" panose="020B0604020202020204" pitchFamily="34" charset="0"/>
            </a:rPr>
            <a:t>Desktop</a:t>
          </a:r>
          <a:r>
            <a:rPr lang="ru-RU" b="1" i="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ru-RU" b="1" i="0" dirty="0" err="1" smtClean="0">
              <a:latin typeface="Arial" panose="020B0604020202020204" pitchFamily="34" charset="0"/>
              <a:cs typeface="Arial" panose="020B0604020202020204" pitchFamily="34" charset="0"/>
            </a:rPr>
            <a:t>Monitor</a:t>
          </a:r>
          <a:r>
            <a:rPr lang="ru-RU" b="1" i="0" dirty="0" smtClean="0">
              <a:latin typeface="Arial" panose="020B0604020202020204" pitchFamily="34" charset="0"/>
              <a:cs typeface="Arial" panose="020B0604020202020204" pitchFamily="34" charset="0"/>
            </a:rPr>
            <a:t>».</a:t>
          </a:r>
          <a:endParaRPr lang="ru-RU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181324-8BC1-4366-B5E4-F4D677C44F69}" type="sibTrans" cxnId="{D22F0051-23FB-4051-AA3A-2586C2A544C3}">
      <dgm:prSet/>
      <dgm:spPr/>
      <dgm:t>
        <a:bodyPr/>
        <a:lstStyle/>
        <a:p>
          <a:endParaRPr lang="ru-RU"/>
        </a:p>
      </dgm:t>
    </dgm:pt>
    <dgm:pt modelId="{AE75439B-73A4-46B4-8A1B-DC749C86E8DB}" type="parTrans" cxnId="{D22F0051-23FB-4051-AA3A-2586C2A544C3}">
      <dgm:prSet/>
      <dgm:spPr/>
      <dgm:t>
        <a:bodyPr/>
        <a:lstStyle/>
        <a:p>
          <a:endParaRPr lang="ru-RU"/>
        </a:p>
      </dgm:t>
    </dgm:pt>
    <dgm:pt modelId="{2364C761-0D9C-4F46-8047-9AD441132022}">
      <dgm:prSet phldrT="[Текст]"/>
      <dgm:spPr/>
      <dgm:t>
        <a:bodyPr/>
        <a:lstStyle/>
        <a:p>
          <a:r>
            <a:rPr lang="ru-RU" b="1" i="0" dirty="0" smtClean="0">
              <a:latin typeface="Arial" panose="020B0604020202020204" pitchFamily="34" charset="0"/>
              <a:cs typeface="Arial" panose="020B0604020202020204" pitchFamily="34" charset="0"/>
            </a:rPr>
            <a:t>Получены практические навыки.</a:t>
          </a:r>
          <a:endParaRPr lang="ru-RU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39B9F3-8428-4245-853E-234AD62D8364}" type="sibTrans" cxnId="{6D696CA2-57B1-4BE3-B863-7B0E9D4EC39C}">
      <dgm:prSet/>
      <dgm:spPr/>
      <dgm:t>
        <a:bodyPr/>
        <a:lstStyle/>
        <a:p>
          <a:endParaRPr lang="ru-RU"/>
        </a:p>
      </dgm:t>
    </dgm:pt>
    <dgm:pt modelId="{8B9650EF-8D5B-4C81-AEBB-395D0D6B8759}" type="parTrans" cxnId="{6D696CA2-57B1-4BE3-B863-7B0E9D4EC39C}">
      <dgm:prSet/>
      <dgm:spPr/>
      <dgm:t>
        <a:bodyPr/>
        <a:lstStyle/>
        <a:p>
          <a:endParaRPr lang="ru-RU"/>
        </a:p>
      </dgm:t>
    </dgm:pt>
    <dgm:pt modelId="{C5965CBC-9C60-432E-ABC8-10542187E27B}">
      <dgm:prSet phldrT="[Текст]"/>
      <dgm:spPr/>
      <dgm:t>
        <a:bodyPr/>
        <a:lstStyle/>
        <a:p>
          <a:r>
            <a:rPr lang="ru-RU" b="1" i="0" dirty="0" smtClean="0">
              <a:latin typeface="Arial" panose="020B0604020202020204" pitchFamily="34" charset="0"/>
              <a:cs typeface="Arial" panose="020B0604020202020204" pitchFamily="34" charset="0"/>
            </a:rPr>
            <a:t>Проведено полное тестирование.</a:t>
          </a:r>
          <a:endParaRPr lang="ru-RU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F1D0A-3199-4350-B8A8-5F017D542F66}" type="sibTrans" cxnId="{F748E939-2A76-4881-84FF-908E844AF60D}">
      <dgm:prSet/>
      <dgm:spPr/>
      <dgm:t>
        <a:bodyPr/>
        <a:lstStyle/>
        <a:p>
          <a:endParaRPr lang="ru-RU"/>
        </a:p>
      </dgm:t>
    </dgm:pt>
    <dgm:pt modelId="{20A52494-ACED-4423-B26A-7BF369BAC53B}" type="parTrans" cxnId="{F748E939-2A76-4881-84FF-908E844AF60D}">
      <dgm:prSet/>
      <dgm:spPr/>
      <dgm:t>
        <a:bodyPr/>
        <a:lstStyle/>
        <a:p>
          <a:endParaRPr lang="ru-RU"/>
        </a:p>
      </dgm:t>
    </dgm:pt>
    <dgm:pt modelId="{F9C92572-2DD9-4382-B935-79B1EAC23A7B}">
      <dgm:prSet phldrT="[Текст]"/>
      <dgm:spPr/>
      <dgm:t>
        <a:bodyPr/>
        <a:lstStyle/>
        <a:p>
          <a:r>
            <a:rPr lang="ru-RU" b="1" i="0" dirty="0" smtClean="0">
              <a:latin typeface="Arial" panose="020B0604020202020204" pitchFamily="34" charset="0"/>
              <a:cs typeface="Arial" panose="020B0604020202020204" pitchFamily="34" charset="0"/>
            </a:rPr>
            <a:t>Достигнута цель практики.</a:t>
          </a:r>
          <a:endParaRPr lang="ru-RU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5E94A2-1E08-4933-BDC8-2B6CF9270BE7}" type="parTrans" cxnId="{088628D8-A25B-48B0-BB3D-6BCF1AEA1956}">
      <dgm:prSet/>
      <dgm:spPr/>
      <dgm:t>
        <a:bodyPr/>
        <a:lstStyle/>
        <a:p>
          <a:endParaRPr lang="ru-RU"/>
        </a:p>
      </dgm:t>
    </dgm:pt>
    <dgm:pt modelId="{AC809E5F-C666-46DF-9EE4-AFF834F3DE4A}" type="sibTrans" cxnId="{088628D8-A25B-48B0-BB3D-6BCF1AEA1956}">
      <dgm:prSet/>
      <dgm:spPr/>
      <dgm:t>
        <a:bodyPr/>
        <a:lstStyle/>
        <a:p>
          <a:endParaRPr lang="ru-RU"/>
        </a:p>
      </dgm:t>
    </dgm:pt>
    <dgm:pt modelId="{78A3355D-AC6F-4A5E-B6E3-4A148A9A11F5}" type="pres">
      <dgm:prSet presAssocID="{5EC40535-AFAD-46D4-83C2-DDFA73C6ADA4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8B5BDB4-F42E-4173-A255-B449DBB9CE7D}" type="pres">
      <dgm:prSet presAssocID="{47FA1123-4AE8-40FC-8E95-586480AF1113}" presName="parentLin" presStyleCnt="0"/>
      <dgm:spPr/>
    </dgm:pt>
    <dgm:pt modelId="{36EB8D32-A38F-4ED1-A776-614656818C46}" type="pres">
      <dgm:prSet presAssocID="{47FA1123-4AE8-40FC-8E95-586480AF1113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62125F43-F231-4C03-9CD2-395C1621AFCB}" type="pres">
      <dgm:prSet presAssocID="{47FA1123-4AE8-40FC-8E95-586480AF1113}" presName="parentText" presStyleLbl="node1" presStyleIdx="0" presStyleCnt="5" custScaleX="132688" custScaleY="13012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2FAF3D-3D2A-4E31-B32C-B1E19E62F162}" type="pres">
      <dgm:prSet presAssocID="{47FA1123-4AE8-40FC-8E95-586480AF1113}" presName="negativeSpace" presStyleCnt="0"/>
      <dgm:spPr/>
    </dgm:pt>
    <dgm:pt modelId="{CF8C470E-94B6-4DDF-AE77-174AA0330435}" type="pres">
      <dgm:prSet presAssocID="{47FA1123-4AE8-40FC-8E95-586480AF1113}" presName="childText" presStyleLbl="conFgAcc1" presStyleIdx="0" presStyleCnt="5">
        <dgm:presLayoutVars>
          <dgm:bulletEnabled val="1"/>
        </dgm:presLayoutVars>
      </dgm:prSet>
      <dgm:spPr/>
    </dgm:pt>
    <dgm:pt modelId="{DCCF0CA7-2BE8-45C1-B0A8-52119BF1811D}" type="pres">
      <dgm:prSet presAssocID="{628F7A55-BF93-4F7F-8141-1E0BFBB558D7}" presName="spaceBetweenRectangles" presStyleCnt="0"/>
      <dgm:spPr/>
    </dgm:pt>
    <dgm:pt modelId="{23408897-D977-435B-BF41-8E6E5333E0CA}" type="pres">
      <dgm:prSet presAssocID="{DDE2801E-E3EF-4FF6-A922-10CCB7285E72}" presName="parentLin" presStyleCnt="0"/>
      <dgm:spPr/>
    </dgm:pt>
    <dgm:pt modelId="{159A7103-BC1B-407C-B8D6-6BEA68ACE0E4}" type="pres">
      <dgm:prSet presAssocID="{DDE2801E-E3EF-4FF6-A922-10CCB7285E72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CADDA7A5-7634-451C-8686-A04717608492}" type="pres">
      <dgm:prSet presAssocID="{DDE2801E-E3EF-4FF6-A922-10CCB7285E72}" presName="parentText" presStyleLbl="node1" presStyleIdx="1" presStyleCnt="5" custScaleX="132688" custScaleY="131677" custLinFactNeighborY="239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5BB5C5-686E-4019-8B3B-924C2300155F}" type="pres">
      <dgm:prSet presAssocID="{DDE2801E-E3EF-4FF6-A922-10CCB7285E72}" presName="negativeSpace" presStyleCnt="0"/>
      <dgm:spPr/>
    </dgm:pt>
    <dgm:pt modelId="{940F99EC-F952-41D2-ACF6-D74A1E0932FD}" type="pres">
      <dgm:prSet presAssocID="{DDE2801E-E3EF-4FF6-A922-10CCB7285E72}" presName="childText" presStyleLbl="conFgAcc1" presStyleIdx="1" presStyleCnt="5">
        <dgm:presLayoutVars>
          <dgm:bulletEnabled val="1"/>
        </dgm:presLayoutVars>
      </dgm:prSet>
      <dgm:spPr/>
    </dgm:pt>
    <dgm:pt modelId="{F590C47E-232A-43E1-B812-D58FD34EC18C}" type="pres">
      <dgm:prSet presAssocID="{6C181324-8BC1-4366-B5E4-F4D677C44F69}" presName="spaceBetweenRectangles" presStyleCnt="0"/>
      <dgm:spPr/>
    </dgm:pt>
    <dgm:pt modelId="{BCC4E592-C223-427F-85B0-B03223838F9C}" type="pres">
      <dgm:prSet presAssocID="{2364C761-0D9C-4F46-8047-9AD441132022}" presName="parentLin" presStyleCnt="0"/>
      <dgm:spPr/>
    </dgm:pt>
    <dgm:pt modelId="{6FF78D35-AB3D-43B5-9075-1915FE5C541A}" type="pres">
      <dgm:prSet presAssocID="{2364C761-0D9C-4F46-8047-9AD441132022}" presName="parentLeftMargin" presStyleLbl="node1" presStyleIdx="1" presStyleCnt="5"/>
      <dgm:spPr/>
      <dgm:t>
        <a:bodyPr/>
        <a:lstStyle/>
        <a:p>
          <a:endParaRPr lang="ru-RU"/>
        </a:p>
      </dgm:t>
    </dgm:pt>
    <dgm:pt modelId="{880C3DF9-18CE-44F9-9B1A-A640D7D45E9C}" type="pres">
      <dgm:prSet presAssocID="{2364C761-0D9C-4F46-8047-9AD441132022}" presName="parentText" presStyleLbl="node1" presStyleIdx="2" presStyleCnt="5" custScaleX="132688" custScaleY="118328" custLinFactNeighborY="239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A2FAE4-8F4C-4C70-8871-1B33E2771771}" type="pres">
      <dgm:prSet presAssocID="{2364C761-0D9C-4F46-8047-9AD441132022}" presName="negativeSpace" presStyleCnt="0"/>
      <dgm:spPr/>
    </dgm:pt>
    <dgm:pt modelId="{B9BAA5FA-95A2-4BBD-B001-D73D61325B76}" type="pres">
      <dgm:prSet presAssocID="{2364C761-0D9C-4F46-8047-9AD441132022}" presName="childText" presStyleLbl="conFgAcc1" presStyleIdx="2" presStyleCnt="5">
        <dgm:presLayoutVars>
          <dgm:bulletEnabled val="1"/>
        </dgm:presLayoutVars>
      </dgm:prSet>
      <dgm:spPr/>
    </dgm:pt>
    <dgm:pt modelId="{058D91BB-88C7-4707-A61C-08524ACFA91B}" type="pres">
      <dgm:prSet presAssocID="{EC39B9F3-8428-4245-853E-234AD62D8364}" presName="spaceBetweenRectangles" presStyleCnt="0"/>
      <dgm:spPr/>
    </dgm:pt>
    <dgm:pt modelId="{92A0CC09-D157-4E84-BB44-9754CA0F917D}" type="pres">
      <dgm:prSet presAssocID="{C5965CBC-9C60-432E-ABC8-10542187E27B}" presName="parentLin" presStyleCnt="0"/>
      <dgm:spPr/>
    </dgm:pt>
    <dgm:pt modelId="{13A194A3-CAF1-49D8-B2E0-F8F7D4251DA3}" type="pres">
      <dgm:prSet presAssocID="{C5965CBC-9C60-432E-ABC8-10542187E27B}" presName="parentLeftMargin" presStyleLbl="node1" presStyleIdx="2" presStyleCnt="5"/>
      <dgm:spPr/>
      <dgm:t>
        <a:bodyPr/>
        <a:lstStyle/>
        <a:p>
          <a:endParaRPr lang="ru-RU"/>
        </a:p>
      </dgm:t>
    </dgm:pt>
    <dgm:pt modelId="{6CD57950-E34E-47AA-B43E-0328B06C9B03}" type="pres">
      <dgm:prSet presAssocID="{C5965CBC-9C60-432E-ABC8-10542187E27B}" presName="parentText" presStyleLbl="node1" presStyleIdx="3" presStyleCnt="5" custScaleX="132688" custScaleY="118734" custLinFactNeighborY="239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16B7208-A156-4622-9492-6ED398B62204}" type="pres">
      <dgm:prSet presAssocID="{C5965CBC-9C60-432E-ABC8-10542187E27B}" presName="negativeSpace" presStyleCnt="0"/>
      <dgm:spPr/>
    </dgm:pt>
    <dgm:pt modelId="{305D1208-D5A9-4BE4-8EAD-FB77BA6DBECD}" type="pres">
      <dgm:prSet presAssocID="{C5965CBC-9C60-432E-ABC8-10542187E27B}" presName="childText" presStyleLbl="conFgAcc1" presStyleIdx="3" presStyleCnt="5">
        <dgm:presLayoutVars>
          <dgm:bulletEnabled val="1"/>
        </dgm:presLayoutVars>
      </dgm:prSet>
      <dgm:spPr/>
    </dgm:pt>
    <dgm:pt modelId="{970FDDA0-A52D-400F-ACA4-B7AB7767195B}" type="pres">
      <dgm:prSet presAssocID="{F38F1D0A-3199-4350-B8A8-5F017D542F66}" presName="spaceBetweenRectangles" presStyleCnt="0"/>
      <dgm:spPr/>
    </dgm:pt>
    <dgm:pt modelId="{DC8A94FD-8E75-4C9D-B475-90081930566B}" type="pres">
      <dgm:prSet presAssocID="{F9C92572-2DD9-4382-B935-79B1EAC23A7B}" presName="parentLin" presStyleCnt="0"/>
      <dgm:spPr/>
    </dgm:pt>
    <dgm:pt modelId="{7C1B8ED5-4280-4193-9105-9199724249C7}" type="pres">
      <dgm:prSet presAssocID="{F9C92572-2DD9-4382-B935-79B1EAC23A7B}" presName="parentLeftMargin" presStyleLbl="node1" presStyleIdx="3" presStyleCnt="5"/>
      <dgm:spPr/>
      <dgm:t>
        <a:bodyPr/>
        <a:lstStyle/>
        <a:p>
          <a:endParaRPr lang="ru-RU"/>
        </a:p>
      </dgm:t>
    </dgm:pt>
    <dgm:pt modelId="{9A534206-D80A-4D9F-84F3-9B8ACF724DAA}" type="pres">
      <dgm:prSet presAssocID="{F9C92572-2DD9-4382-B935-79B1EAC23A7B}" presName="parentText" presStyleLbl="node1" presStyleIdx="4" presStyleCnt="5" custScaleX="132759" custLinFactNeighborY="239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E46541-C510-4CAF-B4F6-BBCA54E4C188}" type="pres">
      <dgm:prSet presAssocID="{F9C92572-2DD9-4382-B935-79B1EAC23A7B}" presName="negativeSpace" presStyleCnt="0"/>
      <dgm:spPr/>
    </dgm:pt>
    <dgm:pt modelId="{9F4A3FFF-0D91-4D14-8F7B-7E03191942E8}" type="pres">
      <dgm:prSet presAssocID="{F9C92572-2DD9-4382-B935-79B1EAC23A7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3200D3B1-D778-484E-8AF2-3250EDEF2DA2}" type="presOf" srcId="{DDE2801E-E3EF-4FF6-A922-10CCB7285E72}" destId="{159A7103-BC1B-407C-B8D6-6BEA68ACE0E4}" srcOrd="0" destOrd="0" presId="urn:microsoft.com/office/officeart/2005/8/layout/list1"/>
    <dgm:cxn modelId="{088628D8-A25B-48B0-BB3D-6BCF1AEA1956}" srcId="{5EC40535-AFAD-46D4-83C2-DDFA73C6ADA4}" destId="{F9C92572-2DD9-4382-B935-79B1EAC23A7B}" srcOrd="4" destOrd="0" parTransId="{D35E94A2-1E08-4933-BDC8-2B6CF9270BE7}" sibTransId="{AC809E5F-C666-46DF-9EE4-AFF834F3DE4A}"/>
    <dgm:cxn modelId="{D22F0051-23FB-4051-AA3A-2586C2A544C3}" srcId="{5EC40535-AFAD-46D4-83C2-DDFA73C6ADA4}" destId="{DDE2801E-E3EF-4FF6-A922-10CCB7285E72}" srcOrd="1" destOrd="0" parTransId="{AE75439B-73A4-46B4-8A1B-DC749C86E8DB}" sibTransId="{6C181324-8BC1-4366-B5E4-F4D677C44F69}"/>
    <dgm:cxn modelId="{63368EE1-7302-40DC-9373-E85B4E78A5A5}" type="presOf" srcId="{47FA1123-4AE8-40FC-8E95-586480AF1113}" destId="{62125F43-F231-4C03-9CD2-395C1621AFCB}" srcOrd="1" destOrd="0" presId="urn:microsoft.com/office/officeart/2005/8/layout/list1"/>
    <dgm:cxn modelId="{EC2F9218-F985-4ADB-8D2A-96503E1AEB8A}" type="presOf" srcId="{5EC40535-AFAD-46D4-83C2-DDFA73C6ADA4}" destId="{78A3355D-AC6F-4A5E-B6E3-4A148A9A11F5}" srcOrd="0" destOrd="0" presId="urn:microsoft.com/office/officeart/2005/8/layout/list1"/>
    <dgm:cxn modelId="{6D696CA2-57B1-4BE3-B863-7B0E9D4EC39C}" srcId="{5EC40535-AFAD-46D4-83C2-DDFA73C6ADA4}" destId="{2364C761-0D9C-4F46-8047-9AD441132022}" srcOrd="2" destOrd="0" parTransId="{8B9650EF-8D5B-4C81-AEBB-395D0D6B8759}" sibTransId="{EC39B9F3-8428-4245-853E-234AD62D8364}"/>
    <dgm:cxn modelId="{F748E939-2A76-4881-84FF-908E844AF60D}" srcId="{5EC40535-AFAD-46D4-83C2-DDFA73C6ADA4}" destId="{C5965CBC-9C60-432E-ABC8-10542187E27B}" srcOrd="3" destOrd="0" parTransId="{20A52494-ACED-4423-B26A-7BF369BAC53B}" sibTransId="{F38F1D0A-3199-4350-B8A8-5F017D542F66}"/>
    <dgm:cxn modelId="{1BD74CD4-6BBB-4363-9ED4-2F5AEC831E5A}" srcId="{5EC40535-AFAD-46D4-83C2-DDFA73C6ADA4}" destId="{47FA1123-4AE8-40FC-8E95-586480AF1113}" srcOrd="0" destOrd="0" parTransId="{36AE5A38-30A8-4490-834E-21A301A5EF8D}" sibTransId="{628F7A55-BF93-4F7F-8141-1E0BFBB558D7}"/>
    <dgm:cxn modelId="{93E5752B-9ECC-4C91-8E72-9B24EEAE09B6}" type="presOf" srcId="{C5965CBC-9C60-432E-ABC8-10542187E27B}" destId="{13A194A3-CAF1-49D8-B2E0-F8F7D4251DA3}" srcOrd="0" destOrd="0" presId="urn:microsoft.com/office/officeart/2005/8/layout/list1"/>
    <dgm:cxn modelId="{596BA9D9-0BE9-4DA5-8695-21515F9C6122}" type="presOf" srcId="{2364C761-0D9C-4F46-8047-9AD441132022}" destId="{880C3DF9-18CE-44F9-9B1A-A640D7D45E9C}" srcOrd="1" destOrd="0" presId="urn:microsoft.com/office/officeart/2005/8/layout/list1"/>
    <dgm:cxn modelId="{3BCD9B4D-5BEE-475F-B0EB-336AA2FFFD73}" type="presOf" srcId="{2364C761-0D9C-4F46-8047-9AD441132022}" destId="{6FF78D35-AB3D-43B5-9075-1915FE5C541A}" srcOrd="0" destOrd="0" presId="urn:microsoft.com/office/officeart/2005/8/layout/list1"/>
    <dgm:cxn modelId="{2F3ED0BA-28CB-4808-A328-71E09B4EF23C}" type="presOf" srcId="{C5965CBC-9C60-432E-ABC8-10542187E27B}" destId="{6CD57950-E34E-47AA-B43E-0328B06C9B03}" srcOrd="1" destOrd="0" presId="urn:microsoft.com/office/officeart/2005/8/layout/list1"/>
    <dgm:cxn modelId="{D23BCCA4-597D-44FB-BB31-783B48B76EF3}" type="presOf" srcId="{F9C92572-2DD9-4382-B935-79B1EAC23A7B}" destId="{9A534206-D80A-4D9F-84F3-9B8ACF724DAA}" srcOrd="1" destOrd="0" presId="urn:microsoft.com/office/officeart/2005/8/layout/list1"/>
    <dgm:cxn modelId="{D9FD7A36-8AAA-4F1D-9307-120DD80FDE7E}" type="presOf" srcId="{F9C92572-2DD9-4382-B935-79B1EAC23A7B}" destId="{7C1B8ED5-4280-4193-9105-9199724249C7}" srcOrd="0" destOrd="0" presId="urn:microsoft.com/office/officeart/2005/8/layout/list1"/>
    <dgm:cxn modelId="{68E1525A-70E0-4701-BF3E-405098EB79BE}" type="presOf" srcId="{DDE2801E-E3EF-4FF6-A922-10CCB7285E72}" destId="{CADDA7A5-7634-451C-8686-A04717608492}" srcOrd="1" destOrd="0" presId="urn:microsoft.com/office/officeart/2005/8/layout/list1"/>
    <dgm:cxn modelId="{A9781157-2F98-4685-A377-77DF87BCC6D3}" type="presOf" srcId="{47FA1123-4AE8-40FC-8E95-586480AF1113}" destId="{36EB8D32-A38F-4ED1-A776-614656818C46}" srcOrd="0" destOrd="0" presId="urn:microsoft.com/office/officeart/2005/8/layout/list1"/>
    <dgm:cxn modelId="{B7C35B92-CEAF-43DB-A9F1-514EB64263A1}" type="presParOf" srcId="{78A3355D-AC6F-4A5E-B6E3-4A148A9A11F5}" destId="{48B5BDB4-F42E-4173-A255-B449DBB9CE7D}" srcOrd="0" destOrd="0" presId="urn:microsoft.com/office/officeart/2005/8/layout/list1"/>
    <dgm:cxn modelId="{80DB9A52-F29F-4F93-AF3A-03E71CCA24EF}" type="presParOf" srcId="{48B5BDB4-F42E-4173-A255-B449DBB9CE7D}" destId="{36EB8D32-A38F-4ED1-A776-614656818C46}" srcOrd="0" destOrd="0" presId="urn:microsoft.com/office/officeart/2005/8/layout/list1"/>
    <dgm:cxn modelId="{6348785A-9AC8-4F51-93FE-1B31E8E37DFB}" type="presParOf" srcId="{48B5BDB4-F42E-4173-A255-B449DBB9CE7D}" destId="{62125F43-F231-4C03-9CD2-395C1621AFCB}" srcOrd="1" destOrd="0" presId="urn:microsoft.com/office/officeart/2005/8/layout/list1"/>
    <dgm:cxn modelId="{BA04493F-3598-40BB-827A-23E169EF8AAB}" type="presParOf" srcId="{78A3355D-AC6F-4A5E-B6E3-4A148A9A11F5}" destId="{B72FAF3D-3D2A-4E31-B32C-B1E19E62F162}" srcOrd="1" destOrd="0" presId="urn:microsoft.com/office/officeart/2005/8/layout/list1"/>
    <dgm:cxn modelId="{2315EFA2-41C1-4ED9-ABD8-5A6907DC27BF}" type="presParOf" srcId="{78A3355D-AC6F-4A5E-B6E3-4A148A9A11F5}" destId="{CF8C470E-94B6-4DDF-AE77-174AA0330435}" srcOrd="2" destOrd="0" presId="urn:microsoft.com/office/officeart/2005/8/layout/list1"/>
    <dgm:cxn modelId="{0D67EA2E-4E60-4C55-99B2-0E5D86F8A871}" type="presParOf" srcId="{78A3355D-AC6F-4A5E-B6E3-4A148A9A11F5}" destId="{DCCF0CA7-2BE8-45C1-B0A8-52119BF1811D}" srcOrd="3" destOrd="0" presId="urn:microsoft.com/office/officeart/2005/8/layout/list1"/>
    <dgm:cxn modelId="{5C21733D-F8AC-4ABA-9954-6328782C0794}" type="presParOf" srcId="{78A3355D-AC6F-4A5E-B6E3-4A148A9A11F5}" destId="{23408897-D977-435B-BF41-8E6E5333E0CA}" srcOrd="4" destOrd="0" presId="urn:microsoft.com/office/officeart/2005/8/layout/list1"/>
    <dgm:cxn modelId="{6C781E59-9140-46BA-8EFF-AD3E05AC071B}" type="presParOf" srcId="{23408897-D977-435B-BF41-8E6E5333E0CA}" destId="{159A7103-BC1B-407C-B8D6-6BEA68ACE0E4}" srcOrd="0" destOrd="0" presId="urn:microsoft.com/office/officeart/2005/8/layout/list1"/>
    <dgm:cxn modelId="{60882F6D-52A3-40AD-9707-12B16F494D6F}" type="presParOf" srcId="{23408897-D977-435B-BF41-8E6E5333E0CA}" destId="{CADDA7A5-7634-451C-8686-A04717608492}" srcOrd="1" destOrd="0" presId="urn:microsoft.com/office/officeart/2005/8/layout/list1"/>
    <dgm:cxn modelId="{A5AA64E3-AC73-416E-AFB3-9E65DDECF31F}" type="presParOf" srcId="{78A3355D-AC6F-4A5E-B6E3-4A148A9A11F5}" destId="{D55BB5C5-686E-4019-8B3B-924C2300155F}" srcOrd="5" destOrd="0" presId="urn:microsoft.com/office/officeart/2005/8/layout/list1"/>
    <dgm:cxn modelId="{D1AF8BDE-515E-4CF4-B6E4-51B763756173}" type="presParOf" srcId="{78A3355D-AC6F-4A5E-B6E3-4A148A9A11F5}" destId="{940F99EC-F952-41D2-ACF6-D74A1E0932FD}" srcOrd="6" destOrd="0" presId="urn:microsoft.com/office/officeart/2005/8/layout/list1"/>
    <dgm:cxn modelId="{732BA60C-AB77-40B4-97F4-AD752B571CFA}" type="presParOf" srcId="{78A3355D-AC6F-4A5E-B6E3-4A148A9A11F5}" destId="{F590C47E-232A-43E1-B812-D58FD34EC18C}" srcOrd="7" destOrd="0" presId="urn:microsoft.com/office/officeart/2005/8/layout/list1"/>
    <dgm:cxn modelId="{2C950C21-D7B2-4BE7-8024-9C97C1523EE8}" type="presParOf" srcId="{78A3355D-AC6F-4A5E-B6E3-4A148A9A11F5}" destId="{BCC4E592-C223-427F-85B0-B03223838F9C}" srcOrd="8" destOrd="0" presId="urn:microsoft.com/office/officeart/2005/8/layout/list1"/>
    <dgm:cxn modelId="{7733618A-7293-4510-A271-37E9FC6176CE}" type="presParOf" srcId="{BCC4E592-C223-427F-85B0-B03223838F9C}" destId="{6FF78D35-AB3D-43B5-9075-1915FE5C541A}" srcOrd="0" destOrd="0" presId="urn:microsoft.com/office/officeart/2005/8/layout/list1"/>
    <dgm:cxn modelId="{3A4BC299-CDED-4297-ADE2-21C6BC43DAED}" type="presParOf" srcId="{BCC4E592-C223-427F-85B0-B03223838F9C}" destId="{880C3DF9-18CE-44F9-9B1A-A640D7D45E9C}" srcOrd="1" destOrd="0" presId="urn:microsoft.com/office/officeart/2005/8/layout/list1"/>
    <dgm:cxn modelId="{06C3E103-838F-44F1-B425-D46CC73C9C6A}" type="presParOf" srcId="{78A3355D-AC6F-4A5E-B6E3-4A148A9A11F5}" destId="{18A2FAE4-8F4C-4C70-8871-1B33E2771771}" srcOrd="9" destOrd="0" presId="urn:microsoft.com/office/officeart/2005/8/layout/list1"/>
    <dgm:cxn modelId="{CD1357A1-3F49-4BC5-9C19-16AC7E8540FE}" type="presParOf" srcId="{78A3355D-AC6F-4A5E-B6E3-4A148A9A11F5}" destId="{B9BAA5FA-95A2-4BBD-B001-D73D61325B76}" srcOrd="10" destOrd="0" presId="urn:microsoft.com/office/officeart/2005/8/layout/list1"/>
    <dgm:cxn modelId="{3253A96B-FF6C-4FA6-AA69-505B6D02BD39}" type="presParOf" srcId="{78A3355D-AC6F-4A5E-B6E3-4A148A9A11F5}" destId="{058D91BB-88C7-4707-A61C-08524ACFA91B}" srcOrd="11" destOrd="0" presId="urn:microsoft.com/office/officeart/2005/8/layout/list1"/>
    <dgm:cxn modelId="{C258B7C1-257B-4B33-BBD1-E4E2A41257D4}" type="presParOf" srcId="{78A3355D-AC6F-4A5E-B6E3-4A148A9A11F5}" destId="{92A0CC09-D157-4E84-BB44-9754CA0F917D}" srcOrd="12" destOrd="0" presId="urn:microsoft.com/office/officeart/2005/8/layout/list1"/>
    <dgm:cxn modelId="{B3012D6C-B9B1-4DC4-8154-7DDA42816665}" type="presParOf" srcId="{92A0CC09-D157-4E84-BB44-9754CA0F917D}" destId="{13A194A3-CAF1-49D8-B2E0-F8F7D4251DA3}" srcOrd="0" destOrd="0" presId="urn:microsoft.com/office/officeart/2005/8/layout/list1"/>
    <dgm:cxn modelId="{4CF515C8-194B-4103-9D26-8F85CE2E50F0}" type="presParOf" srcId="{92A0CC09-D157-4E84-BB44-9754CA0F917D}" destId="{6CD57950-E34E-47AA-B43E-0328B06C9B03}" srcOrd="1" destOrd="0" presId="urn:microsoft.com/office/officeart/2005/8/layout/list1"/>
    <dgm:cxn modelId="{5A9E0347-77E3-4E67-809D-03EDBAC6518A}" type="presParOf" srcId="{78A3355D-AC6F-4A5E-B6E3-4A148A9A11F5}" destId="{216B7208-A156-4622-9492-6ED398B62204}" srcOrd="13" destOrd="0" presId="urn:microsoft.com/office/officeart/2005/8/layout/list1"/>
    <dgm:cxn modelId="{283CE5B7-F224-45B8-8636-0DB8BECEEECA}" type="presParOf" srcId="{78A3355D-AC6F-4A5E-B6E3-4A148A9A11F5}" destId="{305D1208-D5A9-4BE4-8EAD-FB77BA6DBECD}" srcOrd="14" destOrd="0" presId="urn:microsoft.com/office/officeart/2005/8/layout/list1"/>
    <dgm:cxn modelId="{409965FC-9B4F-4992-BC8E-B19ECB57BF17}" type="presParOf" srcId="{78A3355D-AC6F-4A5E-B6E3-4A148A9A11F5}" destId="{970FDDA0-A52D-400F-ACA4-B7AB7767195B}" srcOrd="15" destOrd="0" presId="urn:microsoft.com/office/officeart/2005/8/layout/list1"/>
    <dgm:cxn modelId="{DA33F82B-3BD5-447E-A873-1E38EBA447E1}" type="presParOf" srcId="{78A3355D-AC6F-4A5E-B6E3-4A148A9A11F5}" destId="{DC8A94FD-8E75-4C9D-B475-90081930566B}" srcOrd="16" destOrd="0" presId="urn:microsoft.com/office/officeart/2005/8/layout/list1"/>
    <dgm:cxn modelId="{12E3BB76-E676-4C31-AF1B-2AF15C6C718E}" type="presParOf" srcId="{DC8A94FD-8E75-4C9D-B475-90081930566B}" destId="{7C1B8ED5-4280-4193-9105-9199724249C7}" srcOrd="0" destOrd="0" presId="urn:microsoft.com/office/officeart/2005/8/layout/list1"/>
    <dgm:cxn modelId="{9D14F37B-6E53-49D0-B02C-0BA7C29B2B65}" type="presParOf" srcId="{DC8A94FD-8E75-4C9D-B475-90081930566B}" destId="{9A534206-D80A-4D9F-84F3-9B8ACF724DAA}" srcOrd="1" destOrd="0" presId="urn:microsoft.com/office/officeart/2005/8/layout/list1"/>
    <dgm:cxn modelId="{E0E70E6B-6A88-41F6-B2CC-36689AD024F9}" type="presParOf" srcId="{78A3355D-AC6F-4A5E-B6E3-4A148A9A11F5}" destId="{22E46541-C510-4CAF-B4F6-BBCA54E4C188}" srcOrd="17" destOrd="0" presId="urn:microsoft.com/office/officeart/2005/8/layout/list1"/>
    <dgm:cxn modelId="{B12E1FFA-29EB-4535-A161-4472931DE6D2}" type="presParOf" srcId="{78A3355D-AC6F-4A5E-B6E3-4A148A9A11F5}" destId="{9F4A3FFF-0D91-4D14-8F7B-7E03191942E8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D625F-EEA4-4F55-BBFC-48227F41460B}">
      <dsp:nvSpPr>
        <dsp:cNvPr id="0" name=""/>
        <dsp:cNvSpPr/>
      </dsp:nvSpPr>
      <dsp:spPr>
        <a:xfrm>
          <a:off x="0" y="336618"/>
          <a:ext cx="8352927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F1FDB-37CF-4B0C-8044-39CB5D801648}">
      <dsp:nvSpPr>
        <dsp:cNvPr id="0" name=""/>
        <dsp:cNvSpPr/>
      </dsp:nvSpPr>
      <dsp:spPr>
        <a:xfrm>
          <a:off x="417646" y="19090"/>
          <a:ext cx="6008135" cy="8046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005" tIns="0" rIns="221005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Снижение времени доступа к данным мониторинга</a:t>
          </a:r>
          <a:r>
            <a:rPr lang="ru-RU" sz="1800" b="1" kern="1200" baseline="0" dirty="0" smtClean="0">
              <a:latin typeface="Arial" panose="020B0604020202020204" pitchFamily="34" charset="0"/>
              <a:cs typeface="Arial" panose="020B0604020202020204" pitchFamily="34" charset="0"/>
            </a:rPr>
            <a:t>;</a:t>
          </a:r>
          <a:endParaRPr lang="ru-RU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6924" y="58368"/>
        <a:ext cx="5929579" cy="726051"/>
      </dsp:txXfrm>
    </dsp:sp>
    <dsp:sp modelId="{BF3B7DD1-B91D-4D40-AE6D-97A7AD38D39C}">
      <dsp:nvSpPr>
        <dsp:cNvPr id="0" name=""/>
        <dsp:cNvSpPr/>
      </dsp:nvSpPr>
      <dsp:spPr>
        <a:xfrm>
          <a:off x="0" y="1702892"/>
          <a:ext cx="8352927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DDB10-0C94-4B48-9480-01D66BB4CE92}">
      <dsp:nvSpPr>
        <dsp:cNvPr id="0" name=""/>
        <dsp:cNvSpPr/>
      </dsp:nvSpPr>
      <dsp:spPr>
        <a:xfrm>
          <a:off x="417646" y="1346418"/>
          <a:ext cx="6008135" cy="8435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005" tIns="0" rIns="221005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Автоматизация рутинных операций при мониторинге</a:t>
          </a:r>
          <a:r>
            <a:rPr lang="en-US" sz="18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;</a:t>
          </a:r>
          <a:endParaRPr lang="ru-RU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8825" y="1387597"/>
        <a:ext cx="5925777" cy="761196"/>
      </dsp:txXfrm>
    </dsp:sp>
    <dsp:sp modelId="{C5465445-05F9-4E6A-A89F-06DE0D2ED326}">
      <dsp:nvSpPr>
        <dsp:cNvPr id="0" name=""/>
        <dsp:cNvSpPr/>
      </dsp:nvSpPr>
      <dsp:spPr>
        <a:xfrm>
          <a:off x="0" y="3020147"/>
          <a:ext cx="8352927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BC80A3-1A77-4531-9118-858A2CA36530}">
      <dsp:nvSpPr>
        <dsp:cNvPr id="0" name=""/>
        <dsp:cNvSpPr/>
      </dsp:nvSpPr>
      <dsp:spPr>
        <a:xfrm>
          <a:off x="417646" y="2712692"/>
          <a:ext cx="6008135" cy="7945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005" tIns="0" rIns="221005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Упрощение формирования отчетов и экспорта данных</a:t>
          </a:r>
          <a:r>
            <a:rPr lang="ru-RU" sz="18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;</a:t>
          </a:r>
          <a:endParaRPr lang="ru-RU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6432" y="2751478"/>
        <a:ext cx="5930563" cy="716962"/>
      </dsp:txXfrm>
    </dsp:sp>
    <dsp:sp modelId="{DCC5A2CA-2E5D-4401-8486-24690B8B7A3D}">
      <dsp:nvSpPr>
        <dsp:cNvPr id="0" name=""/>
        <dsp:cNvSpPr/>
      </dsp:nvSpPr>
      <dsp:spPr>
        <a:xfrm>
          <a:off x="0" y="4325575"/>
          <a:ext cx="8352927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92336-EC31-46D1-B28C-F1D6C54D80EC}">
      <dsp:nvSpPr>
        <dsp:cNvPr id="0" name=""/>
        <dsp:cNvSpPr/>
      </dsp:nvSpPr>
      <dsp:spPr>
        <a:xfrm>
          <a:off x="417646" y="4029947"/>
          <a:ext cx="6024097" cy="7827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005" tIns="0" rIns="221005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Повышение удобства работы инженеров по мониторингу</a:t>
          </a:r>
          <a:r>
            <a:rPr lang="ru-RU" sz="18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ru-RU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5855" y="4068156"/>
        <a:ext cx="5947679" cy="706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C470E-94B6-4DDF-AE77-174AA0330435}">
      <dsp:nvSpPr>
        <dsp:cNvPr id="0" name=""/>
        <dsp:cNvSpPr/>
      </dsp:nvSpPr>
      <dsp:spPr>
        <a:xfrm>
          <a:off x="0" y="462448"/>
          <a:ext cx="110172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25F43-F231-4C03-9CD2-395C1621AFCB}">
      <dsp:nvSpPr>
        <dsp:cNvPr id="0" name=""/>
        <dsp:cNvSpPr/>
      </dsp:nvSpPr>
      <dsp:spPr>
        <a:xfrm>
          <a:off x="550861" y="84012"/>
          <a:ext cx="10232973" cy="614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497" tIns="0" rIns="291497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Решены задачи автоматизации мониторинга.</a:t>
          </a:r>
          <a:endParaRPr lang="ru-RU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80863" y="114014"/>
        <a:ext cx="10172969" cy="554592"/>
      </dsp:txXfrm>
    </dsp:sp>
    <dsp:sp modelId="{940F99EC-F952-41D2-ACF6-D74A1E0932FD}">
      <dsp:nvSpPr>
        <dsp:cNvPr id="0" name=""/>
        <dsp:cNvSpPr/>
      </dsp:nvSpPr>
      <dsp:spPr>
        <a:xfrm>
          <a:off x="0" y="1337825"/>
          <a:ext cx="110172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DDA7A5-7634-451C-8686-A04717608492}">
      <dsp:nvSpPr>
        <dsp:cNvPr id="0" name=""/>
        <dsp:cNvSpPr/>
      </dsp:nvSpPr>
      <dsp:spPr>
        <a:xfrm>
          <a:off x="550861" y="963379"/>
          <a:ext cx="10232973" cy="6219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497" tIns="0" rIns="291497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Разработано </a:t>
          </a:r>
          <a:r>
            <a:rPr lang="ru-RU" sz="1600" b="1" i="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десктопное</a:t>
          </a:r>
          <a:r>
            <a:rPr lang="ru-RU" sz="16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 приложение «</a:t>
          </a:r>
          <a:r>
            <a:rPr lang="ru-RU" sz="1600" b="1" i="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Zabbix</a:t>
          </a:r>
          <a:r>
            <a:rPr lang="ru-RU" sz="16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ru-RU" sz="1600" b="1" i="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Desktop</a:t>
          </a:r>
          <a:r>
            <a:rPr lang="ru-RU" sz="16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ru-RU" sz="1600" b="1" i="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Monitor</a:t>
          </a:r>
          <a:r>
            <a:rPr lang="ru-RU" sz="16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».</a:t>
          </a:r>
          <a:endParaRPr lang="ru-RU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81221" y="993739"/>
        <a:ext cx="10172253" cy="561216"/>
      </dsp:txXfrm>
    </dsp:sp>
    <dsp:sp modelId="{B9BAA5FA-95A2-4BBD-B001-D73D61325B76}">
      <dsp:nvSpPr>
        <dsp:cNvPr id="0" name=""/>
        <dsp:cNvSpPr/>
      </dsp:nvSpPr>
      <dsp:spPr>
        <a:xfrm>
          <a:off x="0" y="2150152"/>
          <a:ext cx="110172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C3DF9-18CE-44F9-9B1A-A640D7D45E9C}">
      <dsp:nvSpPr>
        <dsp:cNvPr id="0" name=""/>
        <dsp:cNvSpPr/>
      </dsp:nvSpPr>
      <dsp:spPr>
        <a:xfrm>
          <a:off x="550861" y="1838756"/>
          <a:ext cx="10232973" cy="5588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497" tIns="0" rIns="291497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Получены практические навыки.</a:t>
          </a:r>
          <a:endParaRPr lang="ru-RU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78144" y="1866039"/>
        <a:ext cx="10178407" cy="504320"/>
      </dsp:txXfrm>
    </dsp:sp>
    <dsp:sp modelId="{305D1208-D5A9-4BE4-8EAD-FB77BA6DBECD}">
      <dsp:nvSpPr>
        <dsp:cNvPr id="0" name=""/>
        <dsp:cNvSpPr/>
      </dsp:nvSpPr>
      <dsp:spPr>
        <a:xfrm>
          <a:off x="0" y="2964396"/>
          <a:ext cx="110172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D57950-E34E-47AA-B43E-0328B06C9B03}">
      <dsp:nvSpPr>
        <dsp:cNvPr id="0" name=""/>
        <dsp:cNvSpPr/>
      </dsp:nvSpPr>
      <dsp:spPr>
        <a:xfrm>
          <a:off x="550861" y="2651083"/>
          <a:ext cx="10232973" cy="5608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497" tIns="0" rIns="291497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Проведено полное тестирование.</a:t>
          </a:r>
          <a:endParaRPr lang="ru-RU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78237" y="2678459"/>
        <a:ext cx="10178221" cy="506052"/>
      </dsp:txXfrm>
    </dsp:sp>
    <dsp:sp modelId="{9F4A3FFF-0D91-4D14-8F7B-7E03191942E8}">
      <dsp:nvSpPr>
        <dsp:cNvPr id="0" name=""/>
        <dsp:cNvSpPr/>
      </dsp:nvSpPr>
      <dsp:spPr>
        <a:xfrm>
          <a:off x="0" y="3690156"/>
          <a:ext cx="110172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534206-D80A-4D9F-84F3-9B8ACF724DAA}">
      <dsp:nvSpPr>
        <dsp:cNvPr id="0" name=""/>
        <dsp:cNvSpPr/>
      </dsp:nvSpPr>
      <dsp:spPr>
        <a:xfrm>
          <a:off x="550861" y="3465327"/>
          <a:ext cx="1023844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497" tIns="0" rIns="291497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i="0" kern="1200" dirty="0" smtClean="0">
              <a:latin typeface="Arial" panose="020B0604020202020204" pitchFamily="34" charset="0"/>
              <a:cs typeface="Arial" panose="020B0604020202020204" pitchFamily="34" charset="0"/>
            </a:rPr>
            <a:t>Достигнута цель практики.</a:t>
          </a:r>
          <a:endParaRPr lang="ru-RU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73918" y="3488384"/>
        <a:ext cx="10192335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914400" y="2130426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3886201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39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22162C4-37D7-4349-9C5B-6674379EBFE0}" type="datetimeFigureOut">
              <a:rPr lang="ru-RU"/>
              <a:t>01.07.2026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 bwMode="auto">
          <a:xfrm>
            <a:off x="2107932" y="2774213"/>
            <a:ext cx="7932003" cy="469244"/>
          </a:xfrm>
        </p:spPr>
        <p:txBody>
          <a:bodyPr>
            <a:normAutofit fontScale="90000"/>
          </a:bodyPr>
          <a:lstStyle/>
          <a:p>
            <a:pPr>
              <a:lnSpc>
                <a:spcPct val="114999"/>
              </a:lnSpc>
              <a:spcAft>
                <a:spcPts val="1000"/>
              </a:spcAft>
              <a:defRPr/>
            </a:pPr>
            <a:r>
              <a:rPr lang="ru-RU" sz="2400" b="1" dirty="0">
                <a:latin typeface="Times New Roman"/>
                <a:ea typeface="Times New Roman"/>
                <a:cs typeface="Times New Roman"/>
              </a:rPr>
              <a:t>УП.02 ОСУЩЕСТВЛЕНИЕ ИНТЕГРАЦИИ ПРОГРАММНЫХ </a:t>
            </a:r>
            <a:r>
              <a:rPr lang="ru-RU" sz="2400" b="1" dirty="0" smtClean="0">
                <a:latin typeface="Times New Roman"/>
                <a:ea typeface="Times New Roman"/>
                <a:cs typeface="Times New Roman"/>
              </a:rPr>
              <a:t>МОДУЛЕЙ</a:t>
            </a:r>
            <a:r>
              <a:rPr lang="en-US" sz="2400" b="1" dirty="0" smtClean="0">
                <a:latin typeface="Times New Roman"/>
                <a:ea typeface="Times New Roman"/>
                <a:cs typeface="Times New Roman"/>
              </a:rPr>
              <a:t/>
            </a:r>
            <a:br>
              <a:rPr lang="en-US" sz="2400" b="1" dirty="0" smtClean="0">
                <a:latin typeface="Times New Roman"/>
                <a:ea typeface="Times New Roman"/>
                <a:cs typeface="Times New Roman"/>
              </a:rPr>
            </a:br>
            <a:r>
              <a:rPr lang="ru-RU" sz="2400" b="1" dirty="0" smtClean="0">
                <a:latin typeface="Times New Roman"/>
                <a:ea typeface="Times New Roman"/>
                <a:cs typeface="Times New Roman"/>
              </a:rPr>
              <a:t>ПРОИЗВОДСТВЕННАЯ ПРАКТИКА</a:t>
            </a:r>
            <a:endParaRPr lang="ru-RU" sz="24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 bwMode="auto">
          <a:xfrm>
            <a:off x="1847529" y="3748522"/>
            <a:ext cx="8466749" cy="79239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800" b="1" dirty="0">
                <a:solidFill>
                  <a:schemeClr val="accent1">
                    <a:lumMod val="75000"/>
                  </a:schemeClr>
                </a:solidFill>
              </a:rPr>
              <a:t>специальность 09.02.07  Информационные системы и программирование</a:t>
            </a:r>
            <a:endParaRPr dirty="0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1847529" y="108069"/>
            <a:ext cx="8466749" cy="1462956"/>
            <a:chOff x="323528" y="108069"/>
            <a:chExt cx="8466749" cy="146295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tretch/>
          </p:blipFill>
          <p:spPr bwMode="auto">
            <a:xfrm>
              <a:off x="323528" y="108069"/>
              <a:ext cx="1872208" cy="146295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tretch/>
          </p:blipFill>
          <p:spPr bwMode="auto">
            <a:xfrm>
              <a:off x="2555776" y="476672"/>
              <a:ext cx="6234501" cy="72575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8" name="Прямоугольник 7"/>
          <p:cNvSpPr/>
          <p:nvPr/>
        </p:nvSpPr>
        <p:spPr bwMode="auto">
          <a:xfrm>
            <a:off x="5267218" y="1771722"/>
            <a:ext cx="16273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ОТЧЕТ</a:t>
            </a:r>
            <a:endParaRPr sz="3200" dirty="0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8544272" y="4509120"/>
            <a:ext cx="3168352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/>
              <a:t>Выполнил: Ронжин М.А.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/>
            </a:pPr>
            <a:r>
              <a:rPr lang="ru-RU" dirty="0" smtClean="0"/>
              <a:t>Группа</a:t>
            </a:r>
            <a:r>
              <a:rPr lang="ru-RU" dirty="0"/>
              <a:t>: 33П</a:t>
            </a:r>
            <a:endParaRPr dirty="0"/>
          </a:p>
          <a:p>
            <a:pPr>
              <a:defRPr/>
            </a:pPr>
            <a:r>
              <a:rPr lang="ru-RU" dirty="0"/>
              <a:t>Руководители</a:t>
            </a:r>
            <a:r>
              <a:rPr lang="ru-RU" dirty="0" smtClean="0"/>
              <a:t>: </a:t>
            </a:r>
            <a:r>
              <a:rPr lang="ru-RU" dirty="0" err="1" smtClean="0"/>
              <a:t>Мамшева</a:t>
            </a:r>
            <a:r>
              <a:rPr lang="ru-RU" dirty="0" smtClean="0"/>
              <a:t> Ю.С.</a:t>
            </a:r>
          </a:p>
          <a:p>
            <a:pPr>
              <a:defRPr/>
            </a:pPr>
            <a:r>
              <a:rPr lang="ru-RU" dirty="0" smtClean="0"/>
              <a:t>Крылова Л.И.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5074911" y="6093297"/>
            <a:ext cx="1998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dirty="0"/>
              <a:t>Нижний Новгород</a:t>
            </a:r>
            <a:endParaRPr dirty="0"/>
          </a:p>
          <a:p>
            <a:pPr algn="ctr">
              <a:defRPr/>
            </a:pPr>
            <a:r>
              <a:rPr lang="ru-RU" dirty="0"/>
              <a:t>2026г.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006267" y="332656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Актуальность проекта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xmlns="" id="{A93338B4-8E65-30A8-F3C9-3CF42D9A6B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7536795"/>
              </p:ext>
            </p:extLst>
          </p:nvPr>
        </p:nvGraphicFramePr>
        <p:xfrm>
          <a:off x="1710713" y="1268760"/>
          <a:ext cx="8352927" cy="5176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568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2783632" y="217015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И ЗАДАЧИ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495A113-D59E-83BF-1CB1-CCA087F3B4AF}"/>
              </a:ext>
            </a:extLst>
          </p:cNvPr>
          <p:cNvSpPr txBox="1"/>
          <p:nvPr/>
        </p:nvSpPr>
        <p:spPr>
          <a:xfrm>
            <a:off x="6960096" y="1731297"/>
            <a:ext cx="4327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Цель: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FFAAF2D-45B1-9764-9786-C696EF6C4464}"/>
              </a:ext>
            </a:extLst>
          </p:cNvPr>
          <p:cNvSpPr txBox="1"/>
          <p:nvPr/>
        </p:nvSpPr>
        <p:spPr>
          <a:xfrm>
            <a:off x="6960097" y="2192961"/>
            <a:ext cx="45392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Получение практических навыков в области интеграции программных модулей, проектирования, разработки и тестирования приложений, а также автоматизация процессов мониторинга ИТ-инфраструктуры предприятия ООО «АВК-Мед»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путем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создания десктоп-приложения «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Zabbix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Desktop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Monitor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CBDB8F6-CFCE-1D7C-476E-EDB52682E986}"/>
              </a:ext>
            </a:extLst>
          </p:cNvPr>
          <p:cNvSpPr txBox="1"/>
          <p:nvPr/>
        </p:nvSpPr>
        <p:spPr>
          <a:xfrm>
            <a:off x="479376" y="1262225"/>
            <a:ext cx="504056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проанализировать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структуру и деятельность предприятия;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исследовать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программное и техническое обеспечение;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разработать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техническое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задание;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спроектировать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архитектуру и разработать UML-диаграммы;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разработать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десктоп-приложение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 интеграцией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Zabbix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API;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провести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тестирование программного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продукта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414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359696" y="404664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</a:rPr>
              <a:t>Организационная структура предприятия</a:t>
            </a:r>
            <a:endParaRPr dirty="0"/>
          </a:p>
        </p:txBody>
      </p:sp>
      <p:pic>
        <p:nvPicPr>
          <p:cNvPr id="10" name="Рисунок 9" descr="C:\Users\ronjin.ma\Downloads\9.drawio (1)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854" y="1556792"/>
            <a:ext cx="6940436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151600" y="5517232"/>
            <a:ext cx="8496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Все подразделения подчиняются генеральному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директору. IT-отдел, занимается сопровождением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информационных систем, администрированием серверов и разработкой инструментов автоматизации.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635876" y="4873858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Организационная структура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391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143672" y="344569"/>
            <a:ext cx="8197923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программного обеспечения и технического оснащения предприятия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1384" y="1614907"/>
            <a:ext cx="55446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Техническое оснащение: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ерверная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инфраструктура размещена по адресу ул. Марата, д. 27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ерверы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базе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СУЗЗ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Ubuntu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коммутаторы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HP, TP-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Aruba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анализаторы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Cobas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Roche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Infinity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Офис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сеть (192.168...), ЛАБ сеть,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Кобас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линк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VPN L2 для связи с филиалами</a:t>
            </a:r>
          </a:p>
          <a:p>
            <a:pPr>
              <a:lnSpc>
                <a:spcPct val="150000"/>
              </a:lnSpc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 descr="C:\Users\ronjin.ma\Downloads\9.drawio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040" y="1772816"/>
            <a:ext cx="5100588" cy="3931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464152" y="5949280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Компьютерная сеть предприятия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102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143672" y="344569"/>
            <a:ext cx="8197923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программного обеспечения и технического оснащения предприятия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7369" y="2060848"/>
            <a:ext cx="4032447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Программное обеспечение: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Server, Windows 10/11 Pro, Ubuntu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Zabbix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(http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://192.168.101.220/zabbix)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1С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Аккросс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1С 7.7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MySQL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ЛК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Сайт, мобильное приложение</a:t>
            </a:r>
          </a:p>
          <a:p>
            <a:pPr>
              <a:lnSpc>
                <a:spcPct val="150000"/>
              </a:lnSpc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 descr="C:\Users\ronjin.ma\Downloads\111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816" y="2420888"/>
            <a:ext cx="7512824" cy="244827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 bwMode="auto">
          <a:xfrm>
            <a:off x="6384032" y="5373216"/>
            <a:ext cx="4272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Схема оборудования/программного обеспечения</a:t>
            </a:r>
          </a:p>
        </p:txBody>
      </p:sp>
    </p:spTree>
    <p:extLst>
      <p:ext uri="{BB962C8B-B14F-4D97-AF65-F5344CB8AC3E}">
        <p14:creationId xmlns:p14="http://schemas.microsoft.com/office/powerpoint/2010/main" val="281020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2952776" y="116632"/>
            <a:ext cx="9155362" cy="1284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 инструментальных средств разработки и сопровождения программных средств</a:t>
            </a:r>
            <a:endParaRPr lang="ru-RU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1364" y="1513076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Язык 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программирования: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3.10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Python (programming language)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563984"/>
            <a:ext cx="1522266" cy="152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Qt6 — Create Python GUIs with Python &amp; Qt6 (3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497" y="3932334"/>
            <a:ext cx="2268017" cy="89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atplotlib Operations | by Rohit Maity | Mediu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330" y="5362860"/>
            <a:ext cx="3204121" cy="10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Zabbix - установка и настройка сервера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80" y="5463239"/>
            <a:ext cx="3672408" cy="96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andas (software) - Wikipedi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993" y="5258595"/>
            <a:ext cx="2880320" cy="116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yCharm - что это за IDE для Python: установка и обзор возможностей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233" y="3542056"/>
            <a:ext cx="1553419" cy="155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Git — Википед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497" y="2105093"/>
            <a:ext cx="2147321" cy="89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71364" y="2046919"/>
            <a:ext cx="39604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Библиотеки: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PyQt6 – для создания графического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интерфейса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для визуализации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графиков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pyzabbix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для интеграции с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Zabbix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openpyxl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для экспорта данных в CSV и XLSX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97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503712" y="16825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предметной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1267" y="2002416"/>
            <a:ext cx="4266473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Объект автоматизации: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Деятельность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инженеров по мониторингу и системных администраторов ИТ-отдела ООО «АВК-Мед», связанная с контролем доступности узлов сети, анализом загрузки ресурсов (CPU, RAM, диск, сеть), диагностикой проблемных ситуаций и формированием отчетов.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808" y="3933454"/>
            <a:ext cx="5812112" cy="292454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379" y="951676"/>
            <a:ext cx="2114845" cy="59063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984" y="933503"/>
            <a:ext cx="4156395" cy="98155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7808" y="1911111"/>
            <a:ext cx="5740571" cy="200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8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503712" y="16825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предметной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68824" y="4005064"/>
            <a:ext cx="80648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Основные сущности предметной области: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Узел (Хост) – сервер, сетевое устройство или рабочая станция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Метрика – показатель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производительности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Триггер – правило определения проблемной ситуации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Группа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хостов – логическое объединение узлов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История – значения метрики за период времени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1610" y="85160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График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664" y="1285454"/>
            <a:ext cx="6666539" cy="277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6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 descr="C:\Users\ronjin.ma\Downloads\1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0" y="1161566"/>
            <a:ext cx="6153807" cy="46805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159896" y="6021288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Диаграмма классов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591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C:\Users\ronjin.ma\Downloads\2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0" y="1160425"/>
            <a:ext cx="6192261" cy="453650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 bwMode="auto">
          <a:xfrm>
            <a:off x="5015666" y="602128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Диаграмма состояний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756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C:\Users\ronjin.ma\Downloads\4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1140259"/>
            <a:ext cx="5525398" cy="4405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 bwMode="auto">
          <a:xfrm>
            <a:off x="5078279" y="5949280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деятельности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22035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C:\Users\ronjin.ma\Downloads\3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1916832"/>
            <a:ext cx="8607837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 bwMode="auto">
          <a:xfrm>
            <a:off x="4685003" y="5654033"/>
            <a:ext cx="336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развертывания</a:t>
            </a:r>
          </a:p>
        </p:txBody>
      </p:sp>
    </p:spTree>
    <p:extLst>
      <p:ext uri="{BB962C8B-B14F-4D97-AF65-F5344CB8AC3E}">
        <p14:creationId xmlns:p14="http://schemas.microsoft.com/office/powerpoint/2010/main" val="43687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C:\Users\ronjin.ma\Downloads\5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472" y="2780928"/>
            <a:ext cx="10011333" cy="125392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 bwMode="auto">
          <a:xfrm>
            <a:off x="4666671" y="5085184"/>
            <a:ext cx="336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коопераций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103021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C:\Users\ronjin.ma\Downloads\6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1916832"/>
            <a:ext cx="10042139" cy="30243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 bwMode="auto">
          <a:xfrm>
            <a:off x="4295800" y="5533075"/>
            <a:ext cx="336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компонентов</a:t>
            </a:r>
          </a:p>
        </p:txBody>
      </p:sp>
    </p:spTree>
    <p:extLst>
      <p:ext uri="{BB962C8B-B14F-4D97-AF65-F5344CB8AC3E}">
        <p14:creationId xmlns:p14="http://schemas.microsoft.com/office/powerpoint/2010/main" val="7523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C:\Users\ronjin.ma\Downloads\1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0" y="978651"/>
            <a:ext cx="4623492" cy="482714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 bwMode="auto">
          <a:xfrm>
            <a:off x="4925079" y="6070547"/>
            <a:ext cx="336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86481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</a:t>
            </a: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программного продукта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C:\Users\ronjin.ma\Downloads\8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1268760"/>
            <a:ext cx="7128792" cy="448638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 bwMode="auto">
          <a:xfrm>
            <a:off x="3935760" y="604525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</a:t>
            </a:r>
            <a:r>
              <a:rPr lang="ru-RU" dirty="0" smtClean="0"/>
              <a:t>вариантов использования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53657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</a:t>
            </a: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программного </a:t>
            </a: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6792"/>
            <a:ext cx="6600056" cy="44578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64152" y="1700808"/>
            <a:ext cx="3948879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Провел анализ существующих решений для мониторинга ИТ-инфраструктуры. Выявил недостатки веб-интерфейса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Zabbix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высокое время доступа к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данным, 5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более действий для построения графика, неудобный экспорт. Определил требования к разрабатываемому приложению.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15581" y="6063375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Kanban-</a:t>
            </a:r>
            <a:r>
              <a:rPr lang="ru-RU" dirty="0" smtClean="0"/>
              <a:t>доска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753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</a:t>
            </a: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программного </a:t>
            </a: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1464" y="2348880"/>
            <a:ext cx="6264695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Реализованные модули: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app.py –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авторизация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главное окно,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фильтрация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zabbix_backend.py –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получение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хостов, метрик,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истории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plot_widget.py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визуализация графиков на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export_module.py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экспорт данных 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CSV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XLSX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logger.py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логирование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ошибок с ротацией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192" y="1196752"/>
            <a:ext cx="2934109" cy="50680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31106" y="629819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Структура проекта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581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</a:t>
            </a: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программного </a:t>
            </a: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70" y="1692195"/>
            <a:ext cx="3562401" cy="321714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944" y="1628800"/>
            <a:ext cx="5729809" cy="34054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03513" y="510162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Авторизация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7592752" y="528628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Интерфейс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036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</a:t>
            </a: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программного </a:t>
            </a: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2503724" y="520830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Выбран узел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1330"/>
            <a:ext cx="6735641" cy="35752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640" y="1571329"/>
            <a:ext cx="5456360" cy="38788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 bwMode="auto">
          <a:xfrm>
            <a:off x="8599724" y="557763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Поиск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75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</a:t>
            </a: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программного </a:t>
            </a: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2956337" y="6341237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Экспорт </a:t>
            </a:r>
            <a:r>
              <a:rPr lang="en-US" dirty="0" smtClean="0"/>
              <a:t>Excel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47" y="1169536"/>
            <a:ext cx="6153172" cy="519277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019" y="1167381"/>
            <a:ext cx="3663477" cy="51949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7864661" y="6341237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Экспорт </a:t>
            </a:r>
            <a:r>
              <a:rPr lang="en-US" dirty="0" smtClean="0"/>
              <a:t>CSV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125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</a:t>
            </a: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программного </a:t>
            </a: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2956337" y="6341237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Экспорт </a:t>
            </a:r>
            <a:r>
              <a:rPr lang="en-US" dirty="0" smtClean="0"/>
              <a:t>Excel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47" y="1169536"/>
            <a:ext cx="6153172" cy="519277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019" y="1167381"/>
            <a:ext cx="3663477" cy="51949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7864661" y="6341237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Экспорт </a:t>
            </a:r>
            <a:r>
              <a:rPr lang="en-US" dirty="0" smtClean="0"/>
              <a:t>CSV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151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93367" y="34456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</a:t>
            </a: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программного </a:t>
            </a:r>
            <a:r>
              <a:rPr lang="ru-RU" sz="28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9768408" y="5844280"/>
            <a:ext cx="2314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Комментарий к узлу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4729"/>
            <a:ext cx="5951986" cy="312689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99892"/>
            <a:ext cx="9649072" cy="16581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 bwMode="auto">
          <a:xfrm>
            <a:off x="1818692" y="4681622"/>
            <a:ext cx="2314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Проблемный узел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152" y="1561003"/>
            <a:ext cx="3620005" cy="14194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8116853" y="3072057"/>
            <a:ext cx="2314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Выбор интервала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176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ЗАКЛЮЧЕНИЕ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xmlns="" id="{2F5680C7-2F7D-4003-82A3-2513DFCB9A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2376526"/>
              </p:ext>
            </p:extLst>
          </p:nvPr>
        </p:nvGraphicFramePr>
        <p:xfrm>
          <a:off x="695400" y="1268759"/>
          <a:ext cx="11017224" cy="4177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A3099CC-EFDF-4A30-BD28-7D09FCE4AFB7}"/>
              </a:ext>
            </a:extLst>
          </p:cNvPr>
          <p:cNvSpPr txBox="1"/>
          <p:nvPr/>
        </p:nvSpPr>
        <p:spPr bwMode="auto">
          <a:xfrm>
            <a:off x="6168008" y="-1747396"/>
            <a:ext cx="849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Практика продемонстрировала, что профессиональное внедрение и поддержка компьютерных систем требуют не только технических знаний, но и системного подхода к решению задач</a:t>
            </a:r>
          </a:p>
          <a:p>
            <a:pPr indent="457200"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Приобретены навыки: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C309E99-38D5-50B8-7E98-DA4DD766E7D7}"/>
              </a:ext>
            </a:extLst>
          </p:cNvPr>
          <p:cNvSpPr txBox="1"/>
          <p:nvPr/>
        </p:nvSpPr>
        <p:spPr>
          <a:xfrm>
            <a:off x="623392" y="5517232"/>
            <a:ext cx="110892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ходе производственной практики разработано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десктопное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приложение «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Zabbix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Desktop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Monitor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 для мониторинга ИТ-инфраструктуры ООО «АВК-Мед». Выполнен полный цикл разработки: анализ, ТЗ, UML-диаграммы, программирование на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, тестирование.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Цели практики достигнуты, навыки интеграции программных модулей закреплены.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30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ругая 1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669</TotalTime>
  <Words>622</Words>
  <Application>Microsoft Office PowerPoint</Application>
  <DocSecurity>0</DocSecurity>
  <PresentationFormat>Широкоэкранный</PresentationFormat>
  <Paragraphs>114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Тема Office</vt:lpstr>
      <vt:lpstr>УП.02 ОСУЩЕСТВЛЕНИЕ ИНТЕГРАЦИИ ПРОГРАММНЫХ МОДУЛЕЙ ПРОИЗВОДСТВЕННАЯ ПРАКТИКА</vt:lpstr>
      <vt:lpstr>Актуальность проекта</vt:lpstr>
      <vt:lpstr>ЦЕЛЬ И ЗАДАЧИ</vt:lpstr>
      <vt:lpstr>Организационная структура предприятия</vt:lpstr>
      <vt:lpstr>Анализ программного обеспечения и технического оснащения предприятия</vt:lpstr>
      <vt:lpstr>Анализ программного обеспечения и технического оснащения предприятия</vt:lpstr>
      <vt:lpstr>Описание инструментальных средств разработки и сопровождения программных средств</vt:lpstr>
      <vt:lpstr>Анализ предметной области</vt:lpstr>
      <vt:lpstr>Анализ предметной области</vt:lpstr>
      <vt:lpstr>Проектирование программного продукта</vt:lpstr>
      <vt:lpstr>Проектирование программного продукта</vt:lpstr>
      <vt:lpstr>Проектирование программного продукта</vt:lpstr>
      <vt:lpstr>Проектирование программного продукта</vt:lpstr>
      <vt:lpstr>Проектирование программного продукта</vt:lpstr>
      <vt:lpstr>Проектирование программного продукта</vt:lpstr>
      <vt:lpstr>Проектирование программного продукта</vt:lpstr>
      <vt:lpstr>Проектирование программного продукта</vt:lpstr>
      <vt:lpstr>Разработка программного модуля</vt:lpstr>
      <vt:lpstr>Разработка программного модуля</vt:lpstr>
      <vt:lpstr>Разработка программного модуля</vt:lpstr>
      <vt:lpstr>Разработка программного модуля</vt:lpstr>
      <vt:lpstr>Разработка программного модуля</vt:lpstr>
      <vt:lpstr>Разработка программного модуля</vt:lpstr>
      <vt:lpstr>Разработка программного модуля</vt:lpstr>
      <vt:lpstr>ЗАКЛЮЧЕНИЕ 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keywords/>
  <dc:description/>
  <cp:lastModifiedBy>ПИТ Ронжин Максим Алексеевич</cp:lastModifiedBy>
  <cp:revision>188</cp:revision>
  <dcterms:created xsi:type="dcterms:W3CDTF">2019-05-16T05:43:42Z</dcterms:created>
  <dcterms:modified xsi:type="dcterms:W3CDTF">2026-07-01T07:20:56Z</dcterms:modified>
  <cp:category/>
  <dc:identifier/>
  <cp:contentStatus/>
  <dc:language/>
  <cp:version/>
</cp:coreProperties>
</file>